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7" r:id="rId17"/>
    <p:sldId id="278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3B6FC-60B2-4402-9D8D-A149A2FB59F1}" v="195" dt="2025-11-10T18:01:09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CFD250-0C76-433B-83D7-3F51C1D4E31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4C8C1E-2EBC-4AF2-BFEB-32BF734220DD}">
      <dgm:prSet/>
      <dgm:spPr/>
      <dgm:t>
        <a:bodyPr/>
        <a:lstStyle/>
        <a:p>
          <a:r>
            <a:rPr lang="en-US"/>
            <a:t>By :-</a:t>
          </a:r>
        </a:p>
      </dgm:t>
    </dgm:pt>
    <dgm:pt modelId="{6AC77A03-0CF0-4B34-A665-4ECC3726152D}" type="parTrans" cxnId="{93AE13D7-9F2B-4A15-8D34-03C6AD17E104}">
      <dgm:prSet/>
      <dgm:spPr/>
      <dgm:t>
        <a:bodyPr/>
        <a:lstStyle/>
        <a:p>
          <a:endParaRPr lang="en-US"/>
        </a:p>
      </dgm:t>
    </dgm:pt>
    <dgm:pt modelId="{14AEE0D3-E949-4BDB-9BC4-EE03EE95B2AC}" type="sibTrans" cxnId="{93AE13D7-9F2B-4A15-8D34-03C6AD17E104}">
      <dgm:prSet/>
      <dgm:spPr/>
      <dgm:t>
        <a:bodyPr/>
        <a:lstStyle/>
        <a:p>
          <a:endParaRPr lang="en-US"/>
        </a:p>
      </dgm:t>
    </dgm:pt>
    <dgm:pt modelId="{546C295B-E4E5-40E1-A0D2-DFFC552E56A9}">
      <dgm:prSet/>
      <dgm:spPr/>
      <dgm:t>
        <a:bodyPr/>
        <a:lstStyle/>
        <a:p>
          <a:r>
            <a:rPr lang="en-US"/>
            <a:t>Gurkirat Singh Toor</a:t>
          </a:r>
        </a:p>
      </dgm:t>
    </dgm:pt>
    <dgm:pt modelId="{2C0B07C8-26FB-46DD-89FE-596ED886B451}" type="parTrans" cxnId="{CB0E6C27-99A3-44DE-821C-9CD816B30C85}">
      <dgm:prSet/>
      <dgm:spPr/>
      <dgm:t>
        <a:bodyPr/>
        <a:lstStyle/>
        <a:p>
          <a:endParaRPr lang="en-US"/>
        </a:p>
      </dgm:t>
    </dgm:pt>
    <dgm:pt modelId="{BD130AD2-9038-4E04-BF31-32081B6E235D}" type="sibTrans" cxnId="{CB0E6C27-99A3-44DE-821C-9CD816B30C85}">
      <dgm:prSet/>
      <dgm:spPr/>
      <dgm:t>
        <a:bodyPr/>
        <a:lstStyle/>
        <a:p>
          <a:endParaRPr lang="en-US"/>
        </a:p>
      </dgm:t>
    </dgm:pt>
    <dgm:pt modelId="{4FF664F3-2970-4A8F-9E3B-C3764DFA0809}">
      <dgm:prSet/>
      <dgm:spPr/>
      <dgm:t>
        <a:bodyPr/>
        <a:lstStyle/>
        <a:p>
          <a:r>
            <a:rPr lang="en-US"/>
            <a:t>Jaskaran Singh</a:t>
          </a:r>
        </a:p>
      </dgm:t>
    </dgm:pt>
    <dgm:pt modelId="{91F8780A-AE57-4A4F-8627-7604208A70F7}" type="parTrans" cxnId="{1C540D1D-5DC0-442E-BBEE-B785DB687DB1}">
      <dgm:prSet/>
      <dgm:spPr/>
      <dgm:t>
        <a:bodyPr/>
        <a:lstStyle/>
        <a:p>
          <a:endParaRPr lang="en-US"/>
        </a:p>
      </dgm:t>
    </dgm:pt>
    <dgm:pt modelId="{EBFF35CD-B332-4FCF-BC3A-63146C836588}" type="sibTrans" cxnId="{1C540D1D-5DC0-442E-BBEE-B785DB687DB1}">
      <dgm:prSet/>
      <dgm:spPr/>
      <dgm:t>
        <a:bodyPr/>
        <a:lstStyle/>
        <a:p>
          <a:endParaRPr lang="en-US"/>
        </a:p>
      </dgm:t>
    </dgm:pt>
    <dgm:pt modelId="{491E3CFE-16CA-4052-8D8D-41289AF5565A}">
      <dgm:prSet/>
      <dgm:spPr/>
      <dgm:t>
        <a:bodyPr/>
        <a:lstStyle/>
        <a:p>
          <a:r>
            <a:rPr lang="en-US"/>
            <a:t>Paras Dupar</a:t>
          </a:r>
        </a:p>
      </dgm:t>
    </dgm:pt>
    <dgm:pt modelId="{C550A80A-F027-4062-8B11-A62AF1CF2BDE}" type="parTrans" cxnId="{7166353E-D76B-452B-94BA-084B2B07E965}">
      <dgm:prSet/>
      <dgm:spPr/>
      <dgm:t>
        <a:bodyPr/>
        <a:lstStyle/>
        <a:p>
          <a:endParaRPr lang="en-US"/>
        </a:p>
      </dgm:t>
    </dgm:pt>
    <dgm:pt modelId="{B45BE2D3-21A2-4B61-B9E3-8DE6FA04C299}" type="sibTrans" cxnId="{7166353E-D76B-452B-94BA-084B2B07E965}">
      <dgm:prSet/>
      <dgm:spPr/>
      <dgm:t>
        <a:bodyPr/>
        <a:lstStyle/>
        <a:p>
          <a:endParaRPr lang="en-US"/>
        </a:p>
      </dgm:t>
    </dgm:pt>
    <dgm:pt modelId="{0C90DB1C-5DBA-46F8-9522-A3C905E9224A}">
      <dgm:prSet/>
      <dgm:spPr/>
      <dgm:t>
        <a:bodyPr/>
        <a:lstStyle/>
        <a:p>
          <a:r>
            <a:rPr lang="en-US"/>
            <a:t>Nitin Rana  </a:t>
          </a:r>
        </a:p>
      </dgm:t>
    </dgm:pt>
    <dgm:pt modelId="{F4D7130F-A6D2-44D3-97B3-7817B0BB8919}" type="parTrans" cxnId="{47FA5FB8-EF0E-49B6-AD21-0EDAB8581B17}">
      <dgm:prSet/>
      <dgm:spPr/>
      <dgm:t>
        <a:bodyPr/>
        <a:lstStyle/>
        <a:p>
          <a:endParaRPr lang="en-US"/>
        </a:p>
      </dgm:t>
    </dgm:pt>
    <dgm:pt modelId="{93769B19-D81F-4D75-BD71-F22E3D210248}" type="sibTrans" cxnId="{47FA5FB8-EF0E-49B6-AD21-0EDAB8581B17}">
      <dgm:prSet/>
      <dgm:spPr/>
      <dgm:t>
        <a:bodyPr/>
        <a:lstStyle/>
        <a:p>
          <a:endParaRPr lang="en-US"/>
        </a:p>
      </dgm:t>
    </dgm:pt>
    <dgm:pt modelId="{46BB8072-912E-45A4-991D-85F5CF9C41C9}" type="pres">
      <dgm:prSet presAssocID="{EACFD250-0C76-433B-83D7-3F51C1D4E31A}" presName="vert0" presStyleCnt="0">
        <dgm:presLayoutVars>
          <dgm:dir/>
          <dgm:animOne val="branch"/>
          <dgm:animLvl val="lvl"/>
        </dgm:presLayoutVars>
      </dgm:prSet>
      <dgm:spPr/>
    </dgm:pt>
    <dgm:pt modelId="{42DFBBB0-A2EB-44A1-BEB2-D5F75858231A}" type="pres">
      <dgm:prSet presAssocID="{224C8C1E-2EBC-4AF2-BFEB-32BF734220DD}" presName="thickLine" presStyleLbl="alignNode1" presStyleIdx="0" presStyleCnt="5"/>
      <dgm:spPr/>
    </dgm:pt>
    <dgm:pt modelId="{24E57C25-BBC3-4CCB-9629-D873D3C167E0}" type="pres">
      <dgm:prSet presAssocID="{224C8C1E-2EBC-4AF2-BFEB-32BF734220DD}" presName="horz1" presStyleCnt="0"/>
      <dgm:spPr/>
    </dgm:pt>
    <dgm:pt modelId="{BF39CA2B-5400-42F8-BDD5-F895C709EB39}" type="pres">
      <dgm:prSet presAssocID="{224C8C1E-2EBC-4AF2-BFEB-32BF734220DD}" presName="tx1" presStyleLbl="revTx" presStyleIdx="0" presStyleCnt="5"/>
      <dgm:spPr/>
    </dgm:pt>
    <dgm:pt modelId="{8F8E1A7F-2CF5-4B79-BCB0-90BB4D66600A}" type="pres">
      <dgm:prSet presAssocID="{224C8C1E-2EBC-4AF2-BFEB-32BF734220DD}" presName="vert1" presStyleCnt="0"/>
      <dgm:spPr/>
    </dgm:pt>
    <dgm:pt modelId="{A783717A-DD43-4002-A85D-C914AFA192DE}" type="pres">
      <dgm:prSet presAssocID="{546C295B-E4E5-40E1-A0D2-DFFC552E56A9}" presName="thickLine" presStyleLbl="alignNode1" presStyleIdx="1" presStyleCnt="5"/>
      <dgm:spPr/>
    </dgm:pt>
    <dgm:pt modelId="{AA31EFDD-0E42-42C5-9F29-18073DA80E81}" type="pres">
      <dgm:prSet presAssocID="{546C295B-E4E5-40E1-A0D2-DFFC552E56A9}" presName="horz1" presStyleCnt="0"/>
      <dgm:spPr/>
    </dgm:pt>
    <dgm:pt modelId="{4A71D4CC-0B5E-42B3-8693-570AF19DB6EA}" type="pres">
      <dgm:prSet presAssocID="{546C295B-E4E5-40E1-A0D2-DFFC552E56A9}" presName="tx1" presStyleLbl="revTx" presStyleIdx="1" presStyleCnt="5"/>
      <dgm:spPr/>
    </dgm:pt>
    <dgm:pt modelId="{14CD0B05-01DF-494E-8497-A1296AFFB12A}" type="pres">
      <dgm:prSet presAssocID="{546C295B-E4E5-40E1-A0D2-DFFC552E56A9}" presName="vert1" presStyleCnt="0"/>
      <dgm:spPr/>
    </dgm:pt>
    <dgm:pt modelId="{832F89A7-D2BA-43A5-B8DA-3ADBEAAC7118}" type="pres">
      <dgm:prSet presAssocID="{4FF664F3-2970-4A8F-9E3B-C3764DFA0809}" presName="thickLine" presStyleLbl="alignNode1" presStyleIdx="2" presStyleCnt="5"/>
      <dgm:spPr/>
    </dgm:pt>
    <dgm:pt modelId="{CB78EC0E-BA64-4F49-BB56-973C34DD2DFA}" type="pres">
      <dgm:prSet presAssocID="{4FF664F3-2970-4A8F-9E3B-C3764DFA0809}" presName="horz1" presStyleCnt="0"/>
      <dgm:spPr/>
    </dgm:pt>
    <dgm:pt modelId="{75E5C0C9-CDD8-44FC-8292-31305B30266D}" type="pres">
      <dgm:prSet presAssocID="{4FF664F3-2970-4A8F-9E3B-C3764DFA0809}" presName="tx1" presStyleLbl="revTx" presStyleIdx="2" presStyleCnt="5"/>
      <dgm:spPr/>
    </dgm:pt>
    <dgm:pt modelId="{90945A7C-A5B5-4A6F-87D3-38E340438D91}" type="pres">
      <dgm:prSet presAssocID="{4FF664F3-2970-4A8F-9E3B-C3764DFA0809}" presName="vert1" presStyleCnt="0"/>
      <dgm:spPr/>
    </dgm:pt>
    <dgm:pt modelId="{9FC72EB1-D311-4711-89B2-B748927E44F7}" type="pres">
      <dgm:prSet presAssocID="{491E3CFE-16CA-4052-8D8D-41289AF5565A}" presName="thickLine" presStyleLbl="alignNode1" presStyleIdx="3" presStyleCnt="5"/>
      <dgm:spPr/>
    </dgm:pt>
    <dgm:pt modelId="{70F20953-2030-4AA4-A13F-34A244EA8207}" type="pres">
      <dgm:prSet presAssocID="{491E3CFE-16CA-4052-8D8D-41289AF5565A}" presName="horz1" presStyleCnt="0"/>
      <dgm:spPr/>
    </dgm:pt>
    <dgm:pt modelId="{05F9372E-D90B-4330-A0DA-5C5CDCA18AEF}" type="pres">
      <dgm:prSet presAssocID="{491E3CFE-16CA-4052-8D8D-41289AF5565A}" presName="tx1" presStyleLbl="revTx" presStyleIdx="3" presStyleCnt="5"/>
      <dgm:spPr/>
    </dgm:pt>
    <dgm:pt modelId="{8829A23D-3DC6-446D-A6FB-D9AC04CA6F79}" type="pres">
      <dgm:prSet presAssocID="{491E3CFE-16CA-4052-8D8D-41289AF5565A}" presName="vert1" presStyleCnt="0"/>
      <dgm:spPr/>
    </dgm:pt>
    <dgm:pt modelId="{70749CF3-AFFA-4733-B612-71715845FC9F}" type="pres">
      <dgm:prSet presAssocID="{0C90DB1C-5DBA-46F8-9522-A3C905E9224A}" presName="thickLine" presStyleLbl="alignNode1" presStyleIdx="4" presStyleCnt="5"/>
      <dgm:spPr/>
    </dgm:pt>
    <dgm:pt modelId="{63DCAD4F-BAD9-46E5-BDCA-4D5E234B2DE2}" type="pres">
      <dgm:prSet presAssocID="{0C90DB1C-5DBA-46F8-9522-A3C905E9224A}" presName="horz1" presStyleCnt="0"/>
      <dgm:spPr/>
    </dgm:pt>
    <dgm:pt modelId="{C61AB1B7-2E79-4F92-8441-EC52A86441FE}" type="pres">
      <dgm:prSet presAssocID="{0C90DB1C-5DBA-46F8-9522-A3C905E9224A}" presName="tx1" presStyleLbl="revTx" presStyleIdx="4" presStyleCnt="5"/>
      <dgm:spPr/>
    </dgm:pt>
    <dgm:pt modelId="{6884FEA4-3082-4261-829A-1DFB67AAA235}" type="pres">
      <dgm:prSet presAssocID="{0C90DB1C-5DBA-46F8-9522-A3C905E9224A}" presName="vert1" presStyleCnt="0"/>
      <dgm:spPr/>
    </dgm:pt>
  </dgm:ptLst>
  <dgm:cxnLst>
    <dgm:cxn modelId="{CB9A1904-45C1-4CA3-8DF7-795E87C74884}" type="presOf" srcId="{546C295B-E4E5-40E1-A0D2-DFFC552E56A9}" destId="{4A71D4CC-0B5E-42B3-8693-570AF19DB6EA}" srcOrd="0" destOrd="0" presId="urn:microsoft.com/office/officeart/2008/layout/LinedList"/>
    <dgm:cxn modelId="{6107330F-2D89-4FCD-A05A-1FB580CD8BC8}" type="presOf" srcId="{224C8C1E-2EBC-4AF2-BFEB-32BF734220DD}" destId="{BF39CA2B-5400-42F8-BDD5-F895C709EB39}" srcOrd="0" destOrd="0" presId="urn:microsoft.com/office/officeart/2008/layout/LinedList"/>
    <dgm:cxn modelId="{1C540D1D-5DC0-442E-BBEE-B785DB687DB1}" srcId="{EACFD250-0C76-433B-83D7-3F51C1D4E31A}" destId="{4FF664F3-2970-4A8F-9E3B-C3764DFA0809}" srcOrd="2" destOrd="0" parTransId="{91F8780A-AE57-4A4F-8627-7604208A70F7}" sibTransId="{EBFF35CD-B332-4FCF-BC3A-63146C836588}"/>
    <dgm:cxn modelId="{CB0E6C27-99A3-44DE-821C-9CD816B30C85}" srcId="{EACFD250-0C76-433B-83D7-3F51C1D4E31A}" destId="{546C295B-E4E5-40E1-A0D2-DFFC552E56A9}" srcOrd="1" destOrd="0" parTransId="{2C0B07C8-26FB-46DD-89FE-596ED886B451}" sibTransId="{BD130AD2-9038-4E04-BF31-32081B6E235D}"/>
    <dgm:cxn modelId="{2F94E32C-25C0-40CC-8B66-5789D6FAE068}" type="presOf" srcId="{4FF664F3-2970-4A8F-9E3B-C3764DFA0809}" destId="{75E5C0C9-CDD8-44FC-8292-31305B30266D}" srcOrd="0" destOrd="0" presId="urn:microsoft.com/office/officeart/2008/layout/LinedList"/>
    <dgm:cxn modelId="{7166353E-D76B-452B-94BA-084B2B07E965}" srcId="{EACFD250-0C76-433B-83D7-3F51C1D4E31A}" destId="{491E3CFE-16CA-4052-8D8D-41289AF5565A}" srcOrd="3" destOrd="0" parTransId="{C550A80A-F027-4062-8B11-A62AF1CF2BDE}" sibTransId="{B45BE2D3-21A2-4B61-B9E3-8DE6FA04C299}"/>
    <dgm:cxn modelId="{8BD350AB-F3AC-45E0-BA85-0DA465F9583B}" type="presOf" srcId="{0C90DB1C-5DBA-46F8-9522-A3C905E9224A}" destId="{C61AB1B7-2E79-4F92-8441-EC52A86441FE}" srcOrd="0" destOrd="0" presId="urn:microsoft.com/office/officeart/2008/layout/LinedList"/>
    <dgm:cxn modelId="{7F31BEB5-4F24-483A-BDC2-DDB08B54E844}" type="presOf" srcId="{EACFD250-0C76-433B-83D7-3F51C1D4E31A}" destId="{46BB8072-912E-45A4-991D-85F5CF9C41C9}" srcOrd="0" destOrd="0" presId="urn:microsoft.com/office/officeart/2008/layout/LinedList"/>
    <dgm:cxn modelId="{47FA5FB8-EF0E-49B6-AD21-0EDAB8581B17}" srcId="{EACFD250-0C76-433B-83D7-3F51C1D4E31A}" destId="{0C90DB1C-5DBA-46F8-9522-A3C905E9224A}" srcOrd="4" destOrd="0" parTransId="{F4D7130F-A6D2-44D3-97B3-7817B0BB8919}" sibTransId="{93769B19-D81F-4D75-BD71-F22E3D210248}"/>
    <dgm:cxn modelId="{8FDCBAC1-0683-45F9-BB52-8C43F6FD0E51}" type="presOf" srcId="{491E3CFE-16CA-4052-8D8D-41289AF5565A}" destId="{05F9372E-D90B-4330-A0DA-5C5CDCA18AEF}" srcOrd="0" destOrd="0" presId="urn:microsoft.com/office/officeart/2008/layout/LinedList"/>
    <dgm:cxn modelId="{93AE13D7-9F2B-4A15-8D34-03C6AD17E104}" srcId="{EACFD250-0C76-433B-83D7-3F51C1D4E31A}" destId="{224C8C1E-2EBC-4AF2-BFEB-32BF734220DD}" srcOrd="0" destOrd="0" parTransId="{6AC77A03-0CF0-4B34-A665-4ECC3726152D}" sibTransId="{14AEE0D3-E949-4BDB-9BC4-EE03EE95B2AC}"/>
    <dgm:cxn modelId="{6A6E19D6-0459-4DE8-BC97-B16FD12D6372}" type="presParOf" srcId="{46BB8072-912E-45A4-991D-85F5CF9C41C9}" destId="{42DFBBB0-A2EB-44A1-BEB2-D5F75858231A}" srcOrd="0" destOrd="0" presId="urn:microsoft.com/office/officeart/2008/layout/LinedList"/>
    <dgm:cxn modelId="{C8517C68-8D66-439B-81CE-FB6E1AA62B71}" type="presParOf" srcId="{46BB8072-912E-45A4-991D-85F5CF9C41C9}" destId="{24E57C25-BBC3-4CCB-9629-D873D3C167E0}" srcOrd="1" destOrd="0" presId="urn:microsoft.com/office/officeart/2008/layout/LinedList"/>
    <dgm:cxn modelId="{02C915E0-A3DD-492E-9906-88EDA7E6F0F8}" type="presParOf" srcId="{24E57C25-BBC3-4CCB-9629-D873D3C167E0}" destId="{BF39CA2B-5400-42F8-BDD5-F895C709EB39}" srcOrd="0" destOrd="0" presId="urn:microsoft.com/office/officeart/2008/layout/LinedList"/>
    <dgm:cxn modelId="{AB1F4BFE-65B4-441D-8C3F-F551F393E911}" type="presParOf" srcId="{24E57C25-BBC3-4CCB-9629-D873D3C167E0}" destId="{8F8E1A7F-2CF5-4B79-BCB0-90BB4D66600A}" srcOrd="1" destOrd="0" presId="urn:microsoft.com/office/officeart/2008/layout/LinedList"/>
    <dgm:cxn modelId="{C2B400C2-8664-43FE-A360-82696ECB9C45}" type="presParOf" srcId="{46BB8072-912E-45A4-991D-85F5CF9C41C9}" destId="{A783717A-DD43-4002-A85D-C914AFA192DE}" srcOrd="2" destOrd="0" presId="urn:microsoft.com/office/officeart/2008/layout/LinedList"/>
    <dgm:cxn modelId="{C00BA233-D04A-4E9C-8531-13AF7CAEC4BC}" type="presParOf" srcId="{46BB8072-912E-45A4-991D-85F5CF9C41C9}" destId="{AA31EFDD-0E42-42C5-9F29-18073DA80E81}" srcOrd="3" destOrd="0" presId="urn:microsoft.com/office/officeart/2008/layout/LinedList"/>
    <dgm:cxn modelId="{0A625334-AD82-490E-9E1A-93D36A911878}" type="presParOf" srcId="{AA31EFDD-0E42-42C5-9F29-18073DA80E81}" destId="{4A71D4CC-0B5E-42B3-8693-570AF19DB6EA}" srcOrd="0" destOrd="0" presId="urn:microsoft.com/office/officeart/2008/layout/LinedList"/>
    <dgm:cxn modelId="{03C2C7D3-0AF4-475A-A86A-038D40256372}" type="presParOf" srcId="{AA31EFDD-0E42-42C5-9F29-18073DA80E81}" destId="{14CD0B05-01DF-494E-8497-A1296AFFB12A}" srcOrd="1" destOrd="0" presId="urn:microsoft.com/office/officeart/2008/layout/LinedList"/>
    <dgm:cxn modelId="{5E2CBF69-F9BC-4BD2-BA09-A81F519F1D55}" type="presParOf" srcId="{46BB8072-912E-45A4-991D-85F5CF9C41C9}" destId="{832F89A7-D2BA-43A5-B8DA-3ADBEAAC7118}" srcOrd="4" destOrd="0" presId="urn:microsoft.com/office/officeart/2008/layout/LinedList"/>
    <dgm:cxn modelId="{4E85A0F7-7358-42F1-BC16-CB7679ACA4EE}" type="presParOf" srcId="{46BB8072-912E-45A4-991D-85F5CF9C41C9}" destId="{CB78EC0E-BA64-4F49-BB56-973C34DD2DFA}" srcOrd="5" destOrd="0" presId="urn:microsoft.com/office/officeart/2008/layout/LinedList"/>
    <dgm:cxn modelId="{F5E8D31D-0ADA-49EB-B801-82A56CC64D0A}" type="presParOf" srcId="{CB78EC0E-BA64-4F49-BB56-973C34DD2DFA}" destId="{75E5C0C9-CDD8-44FC-8292-31305B30266D}" srcOrd="0" destOrd="0" presId="urn:microsoft.com/office/officeart/2008/layout/LinedList"/>
    <dgm:cxn modelId="{8204549E-F6FD-4827-BFF7-D738CB6C906E}" type="presParOf" srcId="{CB78EC0E-BA64-4F49-BB56-973C34DD2DFA}" destId="{90945A7C-A5B5-4A6F-87D3-38E340438D91}" srcOrd="1" destOrd="0" presId="urn:microsoft.com/office/officeart/2008/layout/LinedList"/>
    <dgm:cxn modelId="{49D3C36B-9832-4F04-A626-BE3C534A0573}" type="presParOf" srcId="{46BB8072-912E-45A4-991D-85F5CF9C41C9}" destId="{9FC72EB1-D311-4711-89B2-B748927E44F7}" srcOrd="6" destOrd="0" presId="urn:microsoft.com/office/officeart/2008/layout/LinedList"/>
    <dgm:cxn modelId="{3816DC98-C759-43D2-8D8B-E951E017CC69}" type="presParOf" srcId="{46BB8072-912E-45A4-991D-85F5CF9C41C9}" destId="{70F20953-2030-4AA4-A13F-34A244EA8207}" srcOrd="7" destOrd="0" presId="urn:microsoft.com/office/officeart/2008/layout/LinedList"/>
    <dgm:cxn modelId="{4DDE8016-88B1-48C8-87D6-2F4AA9690CE9}" type="presParOf" srcId="{70F20953-2030-4AA4-A13F-34A244EA8207}" destId="{05F9372E-D90B-4330-A0DA-5C5CDCA18AEF}" srcOrd="0" destOrd="0" presId="urn:microsoft.com/office/officeart/2008/layout/LinedList"/>
    <dgm:cxn modelId="{ABD15F84-CB44-4C5A-992C-F569493D8D63}" type="presParOf" srcId="{70F20953-2030-4AA4-A13F-34A244EA8207}" destId="{8829A23D-3DC6-446D-A6FB-D9AC04CA6F79}" srcOrd="1" destOrd="0" presId="urn:microsoft.com/office/officeart/2008/layout/LinedList"/>
    <dgm:cxn modelId="{5BA878AD-0151-49B7-B2FD-59E07D9D8EE2}" type="presParOf" srcId="{46BB8072-912E-45A4-991D-85F5CF9C41C9}" destId="{70749CF3-AFFA-4733-B612-71715845FC9F}" srcOrd="8" destOrd="0" presId="urn:microsoft.com/office/officeart/2008/layout/LinedList"/>
    <dgm:cxn modelId="{B6108988-73D8-4EDF-B1D5-CE2453E4C833}" type="presParOf" srcId="{46BB8072-912E-45A4-991D-85F5CF9C41C9}" destId="{63DCAD4F-BAD9-46E5-BDCA-4D5E234B2DE2}" srcOrd="9" destOrd="0" presId="urn:microsoft.com/office/officeart/2008/layout/LinedList"/>
    <dgm:cxn modelId="{7A10CC42-C842-4CFA-A47C-9A872B89BA98}" type="presParOf" srcId="{63DCAD4F-BAD9-46E5-BDCA-4D5E234B2DE2}" destId="{C61AB1B7-2E79-4F92-8441-EC52A86441FE}" srcOrd="0" destOrd="0" presId="urn:microsoft.com/office/officeart/2008/layout/LinedList"/>
    <dgm:cxn modelId="{0F062820-2CA9-49AA-B177-C20453197D7A}" type="presParOf" srcId="{63DCAD4F-BAD9-46E5-BDCA-4D5E234B2DE2}" destId="{6884FEA4-3082-4261-829A-1DFB67AAA23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D9788F-9781-4276-843A-BA9AC591589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151E99-BF52-4CCC-AC7E-A8A63871465F}">
      <dgm:prSet/>
      <dgm:spPr/>
      <dgm:t>
        <a:bodyPr/>
        <a:lstStyle/>
        <a:p>
          <a:r>
            <a:rPr lang="en-US"/>
            <a:t>Flight price prediction helps forecast ticket fares based on factors like airline, departure time, duration, and demand trends.</a:t>
          </a:r>
        </a:p>
      </dgm:t>
    </dgm:pt>
    <dgm:pt modelId="{A55D7154-52D3-4106-AB57-2F7E09918A16}" type="parTrans" cxnId="{2169784C-A2EE-4D45-A0AC-029B5D457A2A}">
      <dgm:prSet/>
      <dgm:spPr/>
      <dgm:t>
        <a:bodyPr/>
        <a:lstStyle/>
        <a:p>
          <a:endParaRPr lang="en-US"/>
        </a:p>
      </dgm:t>
    </dgm:pt>
    <dgm:pt modelId="{F474057F-1A4F-49DB-B9C9-073FD03033BE}" type="sibTrans" cxnId="{2169784C-A2EE-4D45-A0AC-029B5D457A2A}">
      <dgm:prSet/>
      <dgm:spPr/>
      <dgm:t>
        <a:bodyPr/>
        <a:lstStyle/>
        <a:p>
          <a:endParaRPr lang="en-US"/>
        </a:p>
      </dgm:t>
    </dgm:pt>
    <dgm:pt modelId="{DA4749A6-99AC-468F-A049-3A0459898654}">
      <dgm:prSet/>
      <dgm:spPr/>
      <dgm:t>
        <a:bodyPr/>
        <a:lstStyle/>
        <a:p>
          <a:r>
            <a:rPr lang="en-US"/>
            <a:t>Using ML models, we can estimate future flight prices to optimize booking decisions.</a:t>
          </a:r>
        </a:p>
      </dgm:t>
    </dgm:pt>
    <dgm:pt modelId="{A59EFEF1-3D52-4229-ABDC-7BDFBE5C9CBF}" type="parTrans" cxnId="{94B1410B-3336-4508-AF2F-192ADC7922E8}">
      <dgm:prSet/>
      <dgm:spPr/>
      <dgm:t>
        <a:bodyPr/>
        <a:lstStyle/>
        <a:p>
          <a:endParaRPr lang="en-US"/>
        </a:p>
      </dgm:t>
    </dgm:pt>
    <dgm:pt modelId="{6BADAEB3-4B7E-471B-A3A8-949F04E5E11E}" type="sibTrans" cxnId="{94B1410B-3336-4508-AF2F-192ADC7922E8}">
      <dgm:prSet/>
      <dgm:spPr/>
      <dgm:t>
        <a:bodyPr/>
        <a:lstStyle/>
        <a:p>
          <a:endParaRPr lang="en-US"/>
        </a:p>
      </dgm:t>
    </dgm:pt>
    <dgm:pt modelId="{22C23921-979C-4D1D-967B-610AC762C0B3}" type="pres">
      <dgm:prSet presAssocID="{70D9788F-9781-4276-843A-BA9AC591589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D790579-30AF-47EA-B71E-76C102CC681C}" type="pres">
      <dgm:prSet presAssocID="{B0151E99-BF52-4CCC-AC7E-A8A63871465F}" presName="hierRoot1" presStyleCnt="0"/>
      <dgm:spPr/>
    </dgm:pt>
    <dgm:pt modelId="{AA6F1D0C-4479-47E9-AAC3-6FE2F7D66B27}" type="pres">
      <dgm:prSet presAssocID="{B0151E99-BF52-4CCC-AC7E-A8A63871465F}" presName="composite" presStyleCnt="0"/>
      <dgm:spPr/>
    </dgm:pt>
    <dgm:pt modelId="{94DF8BBF-148B-4764-968D-2D4CBCDCB82A}" type="pres">
      <dgm:prSet presAssocID="{B0151E99-BF52-4CCC-AC7E-A8A63871465F}" presName="background" presStyleLbl="node0" presStyleIdx="0" presStyleCnt="2"/>
      <dgm:spPr/>
    </dgm:pt>
    <dgm:pt modelId="{E76A90B6-B526-4E2A-8A54-C1524854090B}" type="pres">
      <dgm:prSet presAssocID="{B0151E99-BF52-4CCC-AC7E-A8A63871465F}" presName="text" presStyleLbl="fgAcc0" presStyleIdx="0" presStyleCnt="2">
        <dgm:presLayoutVars>
          <dgm:chPref val="3"/>
        </dgm:presLayoutVars>
      </dgm:prSet>
      <dgm:spPr/>
    </dgm:pt>
    <dgm:pt modelId="{96A1FB86-5A73-44A1-815D-1B8ECEF67B66}" type="pres">
      <dgm:prSet presAssocID="{B0151E99-BF52-4CCC-AC7E-A8A63871465F}" presName="hierChild2" presStyleCnt="0"/>
      <dgm:spPr/>
    </dgm:pt>
    <dgm:pt modelId="{05D1C305-E353-4FA6-B57E-FC5CDFC97454}" type="pres">
      <dgm:prSet presAssocID="{DA4749A6-99AC-468F-A049-3A0459898654}" presName="hierRoot1" presStyleCnt="0"/>
      <dgm:spPr/>
    </dgm:pt>
    <dgm:pt modelId="{BBC96BF9-1B76-4BF6-A740-5447827A758C}" type="pres">
      <dgm:prSet presAssocID="{DA4749A6-99AC-468F-A049-3A0459898654}" presName="composite" presStyleCnt="0"/>
      <dgm:spPr/>
    </dgm:pt>
    <dgm:pt modelId="{A3B84E31-4CDC-4431-B543-71133BA01DDF}" type="pres">
      <dgm:prSet presAssocID="{DA4749A6-99AC-468F-A049-3A0459898654}" presName="background" presStyleLbl="node0" presStyleIdx="1" presStyleCnt="2"/>
      <dgm:spPr/>
    </dgm:pt>
    <dgm:pt modelId="{8484A832-1C52-4614-8122-4F8E5D5B1B0E}" type="pres">
      <dgm:prSet presAssocID="{DA4749A6-99AC-468F-A049-3A0459898654}" presName="text" presStyleLbl="fgAcc0" presStyleIdx="1" presStyleCnt="2">
        <dgm:presLayoutVars>
          <dgm:chPref val="3"/>
        </dgm:presLayoutVars>
      </dgm:prSet>
      <dgm:spPr/>
    </dgm:pt>
    <dgm:pt modelId="{B686269B-0EE2-472A-823E-8364C602D254}" type="pres">
      <dgm:prSet presAssocID="{DA4749A6-99AC-468F-A049-3A0459898654}" presName="hierChild2" presStyleCnt="0"/>
      <dgm:spPr/>
    </dgm:pt>
  </dgm:ptLst>
  <dgm:cxnLst>
    <dgm:cxn modelId="{94B1410B-3336-4508-AF2F-192ADC7922E8}" srcId="{70D9788F-9781-4276-843A-BA9AC5915893}" destId="{DA4749A6-99AC-468F-A049-3A0459898654}" srcOrd="1" destOrd="0" parTransId="{A59EFEF1-3D52-4229-ABDC-7BDFBE5C9CBF}" sibTransId="{6BADAEB3-4B7E-471B-A3A8-949F04E5E11E}"/>
    <dgm:cxn modelId="{F2072C60-D8C9-4641-8886-72663C68D93C}" type="presOf" srcId="{70D9788F-9781-4276-843A-BA9AC5915893}" destId="{22C23921-979C-4D1D-967B-610AC762C0B3}" srcOrd="0" destOrd="0" presId="urn:microsoft.com/office/officeart/2005/8/layout/hierarchy1"/>
    <dgm:cxn modelId="{2169784C-A2EE-4D45-A0AC-029B5D457A2A}" srcId="{70D9788F-9781-4276-843A-BA9AC5915893}" destId="{B0151E99-BF52-4CCC-AC7E-A8A63871465F}" srcOrd="0" destOrd="0" parTransId="{A55D7154-52D3-4106-AB57-2F7E09918A16}" sibTransId="{F474057F-1A4F-49DB-B9C9-073FD03033BE}"/>
    <dgm:cxn modelId="{A4D26572-EEBB-4FD1-A630-CE69910C1DA0}" type="presOf" srcId="{B0151E99-BF52-4CCC-AC7E-A8A63871465F}" destId="{E76A90B6-B526-4E2A-8A54-C1524854090B}" srcOrd="0" destOrd="0" presId="urn:microsoft.com/office/officeart/2005/8/layout/hierarchy1"/>
    <dgm:cxn modelId="{0CB765A5-295D-4521-8BFA-EA18DD24D21D}" type="presOf" srcId="{DA4749A6-99AC-468F-A049-3A0459898654}" destId="{8484A832-1C52-4614-8122-4F8E5D5B1B0E}" srcOrd="0" destOrd="0" presId="urn:microsoft.com/office/officeart/2005/8/layout/hierarchy1"/>
    <dgm:cxn modelId="{E0BECF40-93DA-448A-8024-C5CA5D166AF9}" type="presParOf" srcId="{22C23921-979C-4D1D-967B-610AC762C0B3}" destId="{5D790579-30AF-47EA-B71E-76C102CC681C}" srcOrd="0" destOrd="0" presId="urn:microsoft.com/office/officeart/2005/8/layout/hierarchy1"/>
    <dgm:cxn modelId="{273F783D-F493-45C0-AB04-59483611F1F1}" type="presParOf" srcId="{5D790579-30AF-47EA-B71E-76C102CC681C}" destId="{AA6F1D0C-4479-47E9-AAC3-6FE2F7D66B27}" srcOrd="0" destOrd="0" presId="urn:microsoft.com/office/officeart/2005/8/layout/hierarchy1"/>
    <dgm:cxn modelId="{CC3CA7CA-7A19-48F3-AD7C-770459FF1AB2}" type="presParOf" srcId="{AA6F1D0C-4479-47E9-AAC3-6FE2F7D66B27}" destId="{94DF8BBF-148B-4764-968D-2D4CBCDCB82A}" srcOrd="0" destOrd="0" presId="urn:microsoft.com/office/officeart/2005/8/layout/hierarchy1"/>
    <dgm:cxn modelId="{B63DA4F8-54A8-484C-B624-F047EFAAB4A6}" type="presParOf" srcId="{AA6F1D0C-4479-47E9-AAC3-6FE2F7D66B27}" destId="{E76A90B6-B526-4E2A-8A54-C1524854090B}" srcOrd="1" destOrd="0" presId="urn:microsoft.com/office/officeart/2005/8/layout/hierarchy1"/>
    <dgm:cxn modelId="{237CF1F7-A20A-4653-A47D-3437859AA4A8}" type="presParOf" srcId="{5D790579-30AF-47EA-B71E-76C102CC681C}" destId="{96A1FB86-5A73-44A1-815D-1B8ECEF67B66}" srcOrd="1" destOrd="0" presId="urn:microsoft.com/office/officeart/2005/8/layout/hierarchy1"/>
    <dgm:cxn modelId="{8A3E8BDB-4150-4DAA-A527-8C961F4498A8}" type="presParOf" srcId="{22C23921-979C-4D1D-967B-610AC762C0B3}" destId="{05D1C305-E353-4FA6-B57E-FC5CDFC97454}" srcOrd="1" destOrd="0" presId="urn:microsoft.com/office/officeart/2005/8/layout/hierarchy1"/>
    <dgm:cxn modelId="{1A9058A6-C4D5-4AEA-BBC8-2BD3F6E8D6C5}" type="presParOf" srcId="{05D1C305-E353-4FA6-B57E-FC5CDFC97454}" destId="{BBC96BF9-1B76-4BF6-A740-5447827A758C}" srcOrd="0" destOrd="0" presId="urn:microsoft.com/office/officeart/2005/8/layout/hierarchy1"/>
    <dgm:cxn modelId="{A0447C42-8CFC-46D6-AABB-54C20D19AEA8}" type="presParOf" srcId="{BBC96BF9-1B76-4BF6-A740-5447827A758C}" destId="{A3B84E31-4CDC-4431-B543-71133BA01DDF}" srcOrd="0" destOrd="0" presId="urn:microsoft.com/office/officeart/2005/8/layout/hierarchy1"/>
    <dgm:cxn modelId="{624379F0-BADF-4249-A494-94292AE8F112}" type="presParOf" srcId="{BBC96BF9-1B76-4BF6-A740-5447827A758C}" destId="{8484A832-1C52-4614-8122-4F8E5D5B1B0E}" srcOrd="1" destOrd="0" presId="urn:microsoft.com/office/officeart/2005/8/layout/hierarchy1"/>
    <dgm:cxn modelId="{F56338F7-2627-4727-BEE0-20001F68041E}" type="presParOf" srcId="{05D1C305-E353-4FA6-B57E-FC5CDFC97454}" destId="{B686269B-0EE2-472A-823E-8364C602D25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E41A26-7E35-4D6E-A957-6F508FBD8EF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21FC6DF-B996-4864-A66D-4278BB7DC177}">
      <dgm:prSet/>
      <dgm:spPr/>
      <dgm:t>
        <a:bodyPr/>
        <a:lstStyle/>
        <a:p>
          <a:pPr>
            <a:defRPr cap="all"/>
          </a:pPr>
          <a:r>
            <a:rPr lang="en-US"/>
            <a:t>• To predict flight ticket prices accurately.</a:t>
          </a:r>
        </a:p>
      </dgm:t>
    </dgm:pt>
    <dgm:pt modelId="{8D0DDAD5-4375-41A4-909D-5C5D43FD2FDE}" type="parTrans" cxnId="{2B41FED1-0FEF-45F5-B3FD-FF739F7761FF}">
      <dgm:prSet/>
      <dgm:spPr/>
      <dgm:t>
        <a:bodyPr/>
        <a:lstStyle/>
        <a:p>
          <a:endParaRPr lang="en-US"/>
        </a:p>
      </dgm:t>
    </dgm:pt>
    <dgm:pt modelId="{FEA052BA-8B2C-4E19-A53A-CF99D403FF5B}" type="sibTrans" cxnId="{2B41FED1-0FEF-45F5-B3FD-FF739F7761FF}">
      <dgm:prSet/>
      <dgm:spPr/>
      <dgm:t>
        <a:bodyPr/>
        <a:lstStyle/>
        <a:p>
          <a:endParaRPr lang="en-US"/>
        </a:p>
      </dgm:t>
    </dgm:pt>
    <dgm:pt modelId="{574F48B4-3300-4F13-B5EA-F6F758D4E5F2}">
      <dgm:prSet/>
      <dgm:spPr/>
      <dgm:t>
        <a:bodyPr/>
        <a:lstStyle/>
        <a:p>
          <a:pPr>
            <a:defRPr cap="all"/>
          </a:pPr>
          <a:r>
            <a:rPr lang="en-US"/>
            <a:t>• To help users find the best time to book flights.</a:t>
          </a:r>
        </a:p>
      </dgm:t>
    </dgm:pt>
    <dgm:pt modelId="{E7E4345C-EBC4-400F-8263-B83A4074471C}" type="parTrans" cxnId="{9F189C9D-9886-4CFE-952C-FA3F88CB5F37}">
      <dgm:prSet/>
      <dgm:spPr/>
      <dgm:t>
        <a:bodyPr/>
        <a:lstStyle/>
        <a:p>
          <a:endParaRPr lang="en-US"/>
        </a:p>
      </dgm:t>
    </dgm:pt>
    <dgm:pt modelId="{9F820E7C-DC1A-42A0-A586-5C6623769568}" type="sibTrans" cxnId="{9F189C9D-9886-4CFE-952C-FA3F88CB5F37}">
      <dgm:prSet/>
      <dgm:spPr/>
      <dgm:t>
        <a:bodyPr/>
        <a:lstStyle/>
        <a:p>
          <a:endParaRPr lang="en-US"/>
        </a:p>
      </dgm:t>
    </dgm:pt>
    <dgm:pt modelId="{B82B4977-D37D-4A61-A0EC-E385F85E71B5}">
      <dgm:prSet/>
      <dgm:spPr/>
      <dgm:t>
        <a:bodyPr/>
        <a:lstStyle/>
        <a:p>
          <a:pPr>
            <a:defRPr cap="all"/>
          </a:pPr>
          <a:r>
            <a:rPr lang="en-US"/>
            <a:t>• To assist airlines in setting dynamic and competitive prices.</a:t>
          </a:r>
        </a:p>
      </dgm:t>
    </dgm:pt>
    <dgm:pt modelId="{1B6BE62C-F728-4757-8F5C-E4C64E6FDBF6}" type="parTrans" cxnId="{67C2A932-902D-4BF7-B7BD-67D2262549E6}">
      <dgm:prSet/>
      <dgm:spPr/>
      <dgm:t>
        <a:bodyPr/>
        <a:lstStyle/>
        <a:p>
          <a:endParaRPr lang="en-US"/>
        </a:p>
      </dgm:t>
    </dgm:pt>
    <dgm:pt modelId="{1159025A-CD43-4CE3-B28B-9212AE0EF865}" type="sibTrans" cxnId="{67C2A932-902D-4BF7-B7BD-67D2262549E6}">
      <dgm:prSet/>
      <dgm:spPr/>
      <dgm:t>
        <a:bodyPr/>
        <a:lstStyle/>
        <a:p>
          <a:endParaRPr lang="en-US"/>
        </a:p>
      </dgm:t>
    </dgm:pt>
    <dgm:pt modelId="{C4BA9840-9241-49A1-B7DE-3CB4166FE549}" type="pres">
      <dgm:prSet presAssocID="{C8E41A26-7E35-4D6E-A957-6F508FBD8EF1}" presName="root" presStyleCnt="0">
        <dgm:presLayoutVars>
          <dgm:dir/>
          <dgm:resizeHandles val="exact"/>
        </dgm:presLayoutVars>
      </dgm:prSet>
      <dgm:spPr/>
    </dgm:pt>
    <dgm:pt modelId="{312F8813-5151-424B-B44F-9E523073A764}" type="pres">
      <dgm:prSet presAssocID="{321FC6DF-B996-4864-A66D-4278BB7DC177}" presName="compNode" presStyleCnt="0"/>
      <dgm:spPr/>
    </dgm:pt>
    <dgm:pt modelId="{A7D7D9CA-09D2-43F2-B733-51E6B318C857}" type="pres">
      <dgm:prSet presAssocID="{321FC6DF-B996-4864-A66D-4278BB7DC17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505CFF9-E3D1-4F50-9CD9-78F0D2D41784}" type="pres">
      <dgm:prSet presAssocID="{321FC6DF-B996-4864-A66D-4278BB7DC1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58CD9140-4E90-4825-8BBF-04A35FECCF77}" type="pres">
      <dgm:prSet presAssocID="{321FC6DF-B996-4864-A66D-4278BB7DC177}" presName="spaceRect" presStyleCnt="0"/>
      <dgm:spPr/>
    </dgm:pt>
    <dgm:pt modelId="{BB3F8A6E-1AA4-4E1A-B43F-AAEF39D41790}" type="pres">
      <dgm:prSet presAssocID="{321FC6DF-B996-4864-A66D-4278BB7DC177}" presName="textRect" presStyleLbl="revTx" presStyleIdx="0" presStyleCnt="3">
        <dgm:presLayoutVars>
          <dgm:chMax val="1"/>
          <dgm:chPref val="1"/>
        </dgm:presLayoutVars>
      </dgm:prSet>
      <dgm:spPr/>
    </dgm:pt>
    <dgm:pt modelId="{E6E323C4-3C42-4345-BB50-10A3B3B94449}" type="pres">
      <dgm:prSet presAssocID="{FEA052BA-8B2C-4E19-A53A-CF99D403FF5B}" presName="sibTrans" presStyleCnt="0"/>
      <dgm:spPr/>
    </dgm:pt>
    <dgm:pt modelId="{8FA5B681-EE2D-4A84-8ABE-3FCCD6549278}" type="pres">
      <dgm:prSet presAssocID="{574F48B4-3300-4F13-B5EA-F6F758D4E5F2}" presName="compNode" presStyleCnt="0"/>
      <dgm:spPr/>
    </dgm:pt>
    <dgm:pt modelId="{9ABAC0C6-9A16-4C10-8942-32172D256C77}" type="pres">
      <dgm:prSet presAssocID="{574F48B4-3300-4F13-B5EA-F6F758D4E5F2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D63226A-DDF7-4061-8229-4EFC9BF9451B}" type="pres">
      <dgm:prSet presAssocID="{574F48B4-3300-4F13-B5EA-F6F758D4E5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A50A474-18D6-4F67-AF36-4E9CE3C4DBC5}" type="pres">
      <dgm:prSet presAssocID="{574F48B4-3300-4F13-B5EA-F6F758D4E5F2}" presName="spaceRect" presStyleCnt="0"/>
      <dgm:spPr/>
    </dgm:pt>
    <dgm:pt modelId="{666DAEE0-91B4-4F06-9596-35CE4217C8D0}" type="pres">
      <dgm:prSet presAssocID="{574F48B4-3300-4F13-B5EA-F6F758D4E5F2}" presName="textRect" presStyleLbl="revTx" presStyleIdx="1" presStyleCnt="3">
        <dgm:presLayoutVars>
          <dgm:chMax val="1"/>
          <dgm:chPref val="1"/>
        </dgm:presLayoutVars>
      </dgm:prSet>
      <dgm:spPr/>
    </dgm:pt>
    <dgm:pt modelId="{9D8DC9FD-413F-446B-88D4-EF4772E82E5D}" type="pres">
      <dgm:prSet presAssocID="{9F820E7C-DC1A-42A0-A586-5C6623769568}" presName="sibTrans" presStyleCnt="0"/>
      <dgm:spPr/>
    </dgm:pt>
    <dgm:pt modelId="{F1B62C72-C179-4A82-9928-29167E72E73F}" type="pres">
      <dgm:prSet presAssocID="{B82B4977-D37D-4A61-A0EC-E385F85E71B5}" presName="compNode" presStyleCnt="0"/>
      <dgm:spPr/>
    </dgm:pt>
    <dgm:pt modelId="{D29A4971-01EE-46E3-A08D-B93FAF4B9353}" type="pres">
      <dgm:prSet presAssocID="{B82B4977-D37D-4A61-A0EC-E385F85E71B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51431C0-E64C-430F-B3EF-ADA303477126}" type="pres">
      <dgm:prSet presAssocID="{B82B4977-D37D-4A61-A0EC-E385F85E71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B01FEF1D-3F3B-481F-8FD6-970CC4838869}" type="pres">
      <dgm:prSet presAssocID="{B82B4977-D37D-4A61-A0EC-E385F85E71B5}" presName="spaceRect" presStyleCnt="0"/>
      <dgm:spPr/>
    </dgm:pt>
    <dgm:pt modelId="{23A4043F-D850-4AC3-B019-DBA9919365E6}" type="pres">
      <dgm:prSet presAssocID="{B82B4977-D37D-4A61-A0EC-E385F85E71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7C2A932-902D-4BF7-B7BD-67D2262549E6}" srcId="{C8E41A26-7E35-4D6E-A957-6F508FBD8EF1}" destId="{B82B4977-D37D-4A61-A0EC-E385F85E71B5}" srcOrd="2" destOrd="0" parTransId="{1B6BE62C-F728-4757-8F5C-E4C64E6FDBF6}" sibTransId="{1159025A-CD43-4CE3-B28B-9212AE0EF865}"/>
    <dgm:cxn modelId="{88E53933-5B06-4329-8BB8-B0082D18454E}" type="presOf" srcId="{321FC6DF-B996-4864-A66D-4278BB7DC177}" destId="{BB3F8A6E-1AA4-4E1A-B43F-AAEF39D41790}" srcOrd="0" destOrd="0" presId="urn:microsoft.com/office/officeart/2018/5/layout/IconLeafLabelList"/>
    <dgm:cxn modelId="{FB202A42-F766-4972-8C35-7F35C58045B7}" type="presOf" srcId="{C8E41A26-7E35-4D6E-A957-6F508FBD8EF1}" destId="{C4BA9840-9241-49A1-B7DE-3CB4166FE549}" srcOrd="0" destOrd="0" presId="urn:microsoft.com/office/officeart/2018/5/layout/IconLeafLabelList"/>
    <dgm:cxn modelId="{FEA0496F-099B-4BD1-BE54-D76572ED5BFB}" type="presOf" srcId="{574F48B4-3300-4F13-B5EA-F6F758D4E5F2}" destId="{666DAEE0-91B4-4F06-9596-35CE4217C8D0}" srcOrd="0" destOrd="0" presId="urn:microsoft.com/office/officeart/2018/5/layout/IconLeafLabelList"/>
    <dgm:cxn modelId="{D4B20C77-CE27-498C-8CB3-71CD202DDC16}" type="presOf" srcId="{B82B4977-D37D-4A61-A0EC-E385F85E71B5}" destId="{23A4043F-D850-4AC3-B019-DBA9919365E6}" srcOrd="0" destOrd="0" presId="urn:microsoft.com/office/officeart/2018/5/layout/IconLeafLabelList"/>
    <dgm:cxn modelId="{9F189C9D-9886-4CFE-952C-FA3F88CB5F37}" srcId="{C8E41A26-7E35-4D6E-A957-6F508FBD8EF1}" destId="{574F48B4-3300-4F13-B5EA-F6F758D4E5F2}" srcOrd="1" destOrd="0" parTransId="{E7E4345C-EBC4-400F-8263-B83A4074471C}" sibTransId="{9F820E7C-DC1A-42A0-A586-5C6623769568}"/>
    <dgm:cxn modelId="{2B41FED1-0FEF-45F5-B3FD-FF739F7761FF}" srcId="{C8E41A26-7E35-4D6E-A957-6F508FBD8EF1}" destId="{321FC6DF-B996-4864-A66D-4278BB7DC177}" srcOrd="0" destOrd="0" parTransId="{8D0DDAD5-4375-41A4-909D-5C5D43FD2FDE}" sibTransId="{FEA052BA-8B2C-4E19-A53A-CF99D403FF5B}"/>
    <dgm:cxn modelId="{86328541-F9AF-43D6-BD72-0AB206AD77A9}" type="presParOf" srcId="{C4BA9840-9241-49A1-B7DE-3CB4166FE549}" destId="{312F8813-5151-424B-B44F-9E523073A764}" srcOrd="0" destOrd="0" presId="urn:microsoft.com/office/officeart/2018/5/layout/IconLeafLabelList"/>
    <dgm:cxn modelId="{47F67FB2-372A-4581-A829-186A76692897}" type="presParOf" srcId="{312F8813-5151-424B-B44F-9E523073A764}" destId="{A7D7D9CA-09D2-43F2-B733-51E6B318C857}" srcOrd="0" destOrd="0" presId="urn:microsoft.com/office/officeart/2018/5/layout/IconLeafLabelList"/>
    <dgm:cxn modelId="{61734C70-7C95-4136-9BD0-102471C377E1}" type="presParOf" srcId="{312F8813-5151-424B-B44F-9E523073A764}" destId="{2505CFF9-E3D1-4F50-9CD9-78F0D2D41784}" srcOrd="1" destOrd="0" presId="urn:microsoft.com/office/officeart/2018/5/layout/IconLeafLabelList"/>
    <dgm:cxn modelId="{E4A15F50-C7AD-45B3-949B-38D07613BEDC}" type="presParOf" srcId="{312F8813-5151-424B-B44F-9E523073A764}" destId="{58CD9140-4E90-4825-8BBF-04A35FECCF77}" srcOrd="2" destOrd="0" presId="urn:microsoft.com/office/officeart/2018/5/layout/IconLeafLabelList"/>
    <dgm:cxn modelId="{8228255F-6580-42FA-B3EE-476E42BC6940}" type="presParOf" srcId="{312F8813-5151-424B-B44F-9E523073A764}" destId="{BB3F8A6E-1AA4-4E1A-B43F-AAEF39D41790}" srcOrd="3" destOrd="0" presId="urn:microsoft.com/office/officeart/2018/5/layout/IconLeafLabelList"/>
    <dgm:cxn modelId="{9039322F-EEEC-4581-B50D-B332E252983E}" type="presParOf" srcId="{C4BA9840-9241-49A1-B7DE-3CB4166FE549}" destId="{E6E323C4-3C42-4345-BB50-10A3B3B94449}" srcOrd="1" destOrd="0" presId="urn:microsoft.com/office/officeart/2018/5/layout/IconLeafLabelList"/>
    <dgm:cxn modelId="{31005FEA-09A7-4CF7-83AC-08708C05BC73}" type="presParOf" srcId="{C4BA9840-9241-49A1-B7DE-3CB4166FE549}" destId="{8FA5B681-EE2D-4A84-8ABE-3FCCD6549278}" srcOrd="2" destOrd="0" presId="urn:microsoft.com/office/officeart/2018/5/layout/IconLeafLabelList"/>
    <dgm:cxn modelId="{19DD106E-5759-4EB3-AC39-E1F3B7CC1E16}" type="presParOf" srcId="{8FA5B681-EE2D-4A84-8ABE-3FCCD6549278}" destId="{9ABAC0C6-9A16-4C10-8942-32172D256C77}" srcOrd="0" destOrd="0" presId="urn:microsoft.com/office/officeart/2018/5/layout/IconLeafLabelList"/>
    <dgm:cxn modelId="{2F69B23C-A91F-438C-B3E2-7C995B4E91E5}" type="presParOf" srcId="{8FA5B681-EE2D-4A84-8ABE-3FCCD6549278}" destId="{5D63226A-DDF7-4061-8229-4EFC9BF9451B}" srcOrd="1" destOrd="0" presId="urn:microsoft.com/office/officeart/2018/5/layout/IconLeafLabelList"/>
    <dgm:cxn modelId="{300E346E-C703-4FF5-BB5D-DFC21C8F9296}" type="presParOf" srcId="{8FA5B681-EE2D-4A84-8ABE-3FCCD6549278}" destId="{BA50A474-18D6-4F67-AF36-4E9CE3C4DBC5}" srcOrd="2" destOrd="0" presId="urn:microsoft.com/office/officeart/2018/5/layout/IconLeafLabelList"/>
    <dgm:cxn modelId="{37BDF880-80CA-4877-9136-B3FAE92F4FD2}" type="presParOf" srcId="{8FA5B681-EE2D-4A84-8ABE-3FCCD6549278}" destId="{666DAEE0-91B4-4F06-9596-35CE4217C8D0}" srcOrd="3" destOrd="0" presId="urn:microsoft.com/office/officeart/2018/5/layout/IconLeafLabelList"/>
    <dgm:cxn modelId="{3660C9D0-D8B8-46B8-ACE1-08B2FF6AA00A}" type="presParOf" srcId="{C4BA9840-9241-49A1-B7DE-3CB4166FE549}" destId="{9D8DC9FD-413F-446B-88D4-EF4772E82E5D}" srcOrd="3" destOrd="0" presId="urn:microsoft.com/office/officeart/2018/5/layout/IconLeafLabelList"/>
    <dgm:cxn modelId="{7DC99221-8071-4484-9011-71A12565FBE3}" type="presParOf" srcId="{C4BA9840-9241-49A1-B7DE-3CB4166FE549}" destId="{F1B62C72-C179-4A82-9928-29167E72E73F}" srcOrd="4" destOrd="0" presId="urn:microsoft.com/office/officeart/2018/5/layout/IconLeafLabelList"/>
    <dgm:cxn modelId="{AD5E69C2-E917-4FF7-A5D7-F51F55F9C0B8}" type="presParOf" srcId="{F1B62C72-C179-4A82-9928-29167E72E73F}" destId="{D29A4971-01EE-46E3-A08D-B93FAF4B9353}" srcOrd="0" destOrd="0" presId="urn:microsoft.com/office/officeart/2018/5/layout/IconLeafLabelList"/>
    <dgm:cxn modelId="{FE8304C4-B163-4A7F-AE3C-24F56124457B}" type="presParOf" srcId="{F1B62C72-C179-4A82-9928-29167E72E73F}" destId="{D51431C0-E64C-430F-B3EF-ADA303477126}" srcOrd="1" destOrd="0" presId="urn:microsoft.com/office/officeart/2018/5/layout/IconLeafLabelList"/>
    <dgm:cxn modelId="{090BA105-B018-45A7-A97E-DD25F419F778}" type="presParOf" srcId="{F1B62C72-C179-4A82-9928-29167E72E73F}" destId="{B01FEF1D-3F3B-481F-8FD6-970CC4838869}" srcOrd="2" destOrd="0" presId="urn:microsoft.com/office/officeart/2018/5/layout/IconLeafLabelList"/>
    <dgm:cxn modelId="{83ACCD28-6542-49B2-BFFD-AFE7101ADDCC}" type="presParOf" srcId="{F1B62C72-C179-4A82-9928-29167E72E73F}" destId="{23A4043F-D850-4AC3-B019-DBA9919365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7A5498-2FA8-4764-AECC-3BD8D504FE4A}" type="doc">
      <dgm:prSet loTypeId="urn:microsoft.com/office/officeart/2005/8/layout/cycle3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53AC8F-62C9-4D3C-B958-3B9B4A5927A2}">
      <dgm:prSet/>
      <dgm:spPr/>
      <dgm:t>
        <a:bodyPr/>
        <a:lstStyle/>
        <a:p>
          <a:r>
            <a:rPr lang="en-US"/>
            <a:t>Dataset contains details such as:</a:t>
          </a:r>
        </a:p>
      </dgm:t>
    </dgm:pt>
    <dgm:pt modelId="{46FA1153-FEAF-43EE-81B3-D3F1EC742EC5}" type="parTrans" cxnId="{FE7A993A-A931-46CF-ADE9-445B9840143A}">
      <dgm:prSet/>
      <dgm:spPr/>
      <dgm:t>
        <a:bodyPr/>
        <a:lstStyle/>
        <a:p>
          <a:endParaRPr lang="en-US"/>
        </a:p>
      </dgm:t>
    </dgm:pt>
    <dgm:pt modelId="{AAD6B2CC-5FD1-4363-A9C2-596EBEC02C49}" type="sibTrans" cxnId="{FE7A993A-A931-46CF-ADE9-445B9840143A}">
      <dgm:prSet/>
      <dgm:spPr/>
      <dgm:t>
        <a:bodyPr/>
        <a:lstStyle/>
        <a:p>
          <a:endParaRPr lang="en-US"/>
        </a:p>
      </dgm:t>
    </dgm:pt>
    <dgm:pt modelId="{DA6F70AA-D20B-4908-82F0-D6E22B0D653B}">
      <dgm:prSet/>
      <dgm:spPr/>
      <dgm:t>
        <a:bodyPr/>
        <a:lstStyle/>
        <a:p>
          <a:r>
            <a:rPr lang="en-US"/>
            <a:t>• Airline</a:t>
          </a:r>
        </a:p>
      </dgm:t>
    </dgm:pt>
    <dgm:pt modelId="{96C473C5-937E-455C-AA01-1D7798597A41}" type="parTrans" cxnId="{F3BBB947-DE6E-447E-A60C-42F9A2B56E1F}">
      <dgm:prSet/>
      <dgm:spPr/>
      <dgm:t>
        <a:bodyPr/>
        <a:lstStyle/>
        <a:p>
          <a:endParaRPr lang="en-US"/>
        </a:p>
      </dgm:t>
    </dgm:pt>
    <dgm:pt modelId="{711A1B42-AFB4-4582-B566-BD56C670A7E6}" type="sibTrans" cxnId="{F3BBB947-DE6E-447E-A60C-42F9A2B56E1F}">
      <dgm:prSet/>
      <dgm:spPr/>
      <dgm:t>
        <a:bodyPr/>
        <a:lstStyle/>
        <a:p>
          <a:endParaRPr lang="en-US"/>
        </a:p>
      </dgm:t>
    </dgm:pt>
    <dgm:pt modelId="{25F4D82E-FC70-4D4D-AC66-7FB65E79FFBC}">
      <dgm:prSet/>
      <dgm:spPr/>
      <dgm:t>
        <a:bodyPr/>
        <a:lstStyle/>
        <a:p>
          <a:r>
            <a:rPr lang="en-US"/>
            <a:t>• Source and Destination</a:t>
          </a:r>
        </a:p>
      </dgm:t>
    </dgm:pt>
    <dgm:pt modelId="{B4006C48-3FA2-453A-ABF7-D81B4DF46B45}" type="parTrans" cxnId="{291475E1-308D-4B62-B439-72FA3462C747}">
      <dgm:prSet/>
      <dgm:spPr/>
      <dgm:t>
        <a:bodyPr/>
        <a:lstStyle/>
        <a:p>
          <a:endParaRPr lang="en-US"/>
        </a:p>
      </dgm:t>
    </dgm:pt>
    <dgm:pt modelId="{0C4BB519-EC2E-4088-9C09-E94F6D642AF1}" type="sibTrans" cxnId="{291475E1-308D-4B62-B439-72FA3462C747}">
      <dgm:prSet/>
      <dgm:spPr/>
      <dgm:t>
        <a:bodyPr/>
        <a:lstStyle/>
        <a:p>
          <a:endParaRPr lang="en-US"/>
        </a:p>
      </dgm:t>
    </dgm:pt>
    <dgm:pt modelId="{9BB64108-B902-49B6-B0C8-8E997B1CAC25}">
      <dgm:prSet/>
      <dgm:spPr/>
      <dgm:t>
        <a:bodyPr/>
        <a:lstStyle/>
        <a:p>
          <a:r>
            <a:rPr lang="en-US"/>
            <a:t>• Date of Journey</a:t>
          </a:r>
        </a:p>
      </dgm:t>
    </dgm:pt>
    <dgm:pt modelId="{D96EBB00-783F-4FF8-B460-41ED788F0AE5}" type="parTrans" cxnId="{3EBD51BA-F9BC-45DB-89EA-B1844B719834}">
      <dgm:prSet/>
      <dgm:spPr/>
      <dgm:t>
        <a:bodyPr/>
        <a:lstStyle/>
        <a:p>
          <a:endParaRPr lang="en-US"/>
        </a:p>
      </dgm:t>
    </dgm:pt>
    <dgm:pt modelId="{53D8A462-1EFB-470F-8046-96BDD90BCFDF}" type="sibTrans" cxnId="{3EBD51BA-F9BC-45DB-89EA-B1844B719834}">
      <dgm:prSet/>
      <dgm:spPr/>
      <dgm:t>
        <a:bodyPr/>
        <a:lstStyle/>
        <a:p>
          <a:endParaRPr lang="en-US"/>
        </a:p>
      </dgm:t>
    </dgm:pt>
    <dgm:pt modelId="{14587B1C-5875-4B7A-9F79-29E36F3FDB5E}">
      <dgm:prSet/>
      <dgm:spPr/>
      <dgm:t>
        <a:bodyPr/>
        <a:lstStyle/>
        <a:p>
          <a:r>
            <a:rPr lang="en-US"/>
            <a:t>• Duration</a:t>
          </a:r>
        </a:p>
      </dgm:t>
    </dgm:pt>
    <dgm:pt modelId="{BB66C6A9-118E-4320-9234-0DF5277EE18A}" type="parTrans" cxnId="{71FDD712-FC69-41B0-9C88-50CF4DCF4FB0}">
      <dgm:prSet/>
      <dgm:spPr/>
      <dgm:t>
        <a:bodyPr/>
        <a:lstStyle/>
        <a:p>
          <a:endParaRPr lang="en-US"/>
        </a:p>
      </dgm:t>
    </dgm:pt>
    <dgm:pt modelId="{6DB2698D-D755-4D42-BDE3-B325756258AA}" type="sibTrans" cxnId="{71FDD712-FC69-41B0-9C88-50CF4DCF4FB0}">
      <dgm:prSet/>
      <dgm:spPr/>
      <dgm:t>
        <a:bodyPr/>
        <a:lstStyle/>
        <a:p>
          <a:endParaRPr lang="en-US"/>
        </a:p>
      </dgm:t>
    </dgm:pt>
    <dgm:pt modelId="{3AE428E6-488A-46F7-B70B-3743D6412B69}">
      <dgm:prSet/>
      <dgm:spPr/>
      <dgm:t>
        <a:bodyPr/>
        <a:lstStyle/>
        <a:p>
          <a:r>
            <a:rPr lang="en-US"/>
            <a:t>• Total Stops</a:t>
          </a:r>
        </a:p>
      </dgm:t>
    </dgm:pt>
    <dgm:pt modelId="{5786A186-34E1-4B0C-A9CB-84BA690493D8}" type="parTrans" cxnId="{F4C4C875-3302-41AC-816C-3895A17C3CB9}">
      <dgm:prSet/>
      <dgm:spPr/>
      <dgm:t>
        <a:bodyPr/>
        <a:lstStyle/>
        <a:p>
          <a:endParaRPr lang="en-US"/>
        </a:p>
      </dgm:t>
    </dgm:pt>
    <dgm:pt modelId="{77032527-DBF1-48C2-9569-98C5CFB6067A}" type="sibTrans" cxnId="{F4C4C875-3302-41AC-816C-3895A17C3CB9}">
      <dgm:prSet/>
      <dgm:spPr/>
      <dgm:t>
        <a:bodyPr/>
        <a:lstStyle/>
        <a:p>
          <a:endParaRPr lang="en-US"/>
        </a:p>
      </dgm:t>
    </dgm:pt>
    <dgm:pt modelId="{C1FF72C1-67B4-42BC-A4EB-2F872FF9B361}">
      <dgm:prSet/>
      <dgm:spPr/>
      <dgm:t>
        <a:bodyPr/>
        <a:lstStyle/>
        <a:p>
          <a:r>
            <a:rPr lang="en-US"/>
            <a:t>• Price (Target variable)</a:t>
          </a:r>
        </a:p>
      </dgm:t>
    </dgm:pt>
    <dgm:pt modelId="{FA0E10C1-76D9-4094-AAA8-76D8BDD29330}" type="parTrans" cxnId="{258214AE-8569-4FC0-A348-3F82497BB458}">
      <dgm:prSet/>
      <dgm:spPr/>
      <dgm:t>
        <a:bodyPr/>
        <a:lstStyle/>
        <a:p>
          <a:endParaRPr lang="en-US"/>
        </a:p>
      </dgm:t>
    </dgm:pt>
    <dgm:pt modelId="{590CA828-C90E-4957-B82C-D99CF1E129CA}" type="sibTrans" cxnId="{258214AE-8569-4FC0-A348-3F82497BB458}">
      <dgm:prSet/>
      <dgm:spPr/>
      <dgm:t>
        <a:bodyPr/>
        <a:lstStyle/>
        <a:p>
          <a:endParaRPr lang="en-US"/>
        </a:p>
      </dgm:t>
    </dgm:pt>
    <dgm:pt modelId="{C223D0F3-C911-4509-8E4C-017A83850E3C}" type="pres">
      <dgm:prSet presAssocID="{CF7A5498-2FA8-4764-AECC-3BD8D504FE4A}" presName="Name0" presStyleCnt="0">
        <dgm:presLayoutVars>
          <dgm:dir/>
          <dgm:resizeHandles val="exact"/>
        </dgm:presLayoutVars>
      </dgm:prSet>
      <dgm:spPr/>
    </dgm:pt>
    <dgm:pt modelId="{49078522-3A26-45FA-ABCA-DC32CBDEDD4D}" type="pres">
      <dgm:prSet presAssocID="{CF7A5498-2FA8-4764-AECC-3BD8D504FE4A}" presName="cycle" presStyleCnt="0"/>
      <dgm:spPr/>
    </dgm:pt>
    <dgm:pt modelId="{903168E9-41B3-4877-95AA-F4486F54120F}" type="pres">
      <dgm:prSet presAssocID="{4C53AC8F-62C9-4D3C-B958-3B9B4A5927A2}" presName="nodeFirstNode" presStyleLbl="node1" presStyleIdx="0" presStyleCnt="7">
        <dgm:presLayoutVars>
          <dgm:bulletEnabled val="1"/>
        </dgm:presLayoutVars>
      </dgm:prSet>
      <dgm:spPr/>
    </dgm:pt>
    <dgm:pt modelId="{A24C3828-4E5A-4D4C-A7FC-6141F0AE311A}" type="pres">
      <dgm:prSet presAssocID="{AAD6B2CC-5FD1-4363-A9C2-596EBEC02C49}" presName="sibTransFirstNode" presStyleLbl="bgShp" presStyleIdx="0" presStyleCnt="1"/>
      <dgm:spPr/>
    </dgm:pt>
    <dgm:pt modelId="{84FA631E-76B9-49A6-8470-AB99ACE4166A}" type="pres">
      <dgm:prSet presAssocID="{DA6F70AA-D20B-4908-82F0-D6E22B0D653B}" presName="nodeFollowingNodes" presStyleLbl="node1" presStyleIdx="1" presStyleCnt="7">
        <dgm:presLayoutVars>
          <dgm:bulletEnabled val="1"/>
        </dgm:presLayoutVars>
      </dgm:prSet>
      <dgm:spPr/>
    </dgm:pt>
    <dgm:pt modelId="{0276846D-EC7C-4753-81F4-15B5EFD21E67}" type="pres">
      <dgm:prSet presAssocID="{25F4D82E-FC70-4D4D-AC66-7FB65E79FFBC}" presName="nodeFollowingNodes" presStyleLbl="node1" presStyleIdx="2" presStyleCnt="7">
        <dgm:presLayoutVars>
          <dgm:bulletEnabled val="1"/>
        </dgm:presLayoutVars>
      </dgm:prSet>
      <dgm:spPr/>
    </dgm:pt>
    <dgm:pt modelId="{C18A094E-2BEE-4B5C-8E1B-4291B43377C6}" type="pres">
      <dgm:prSet presAssocID="{9BB64108-B902-49B6-B0C8-8E997B1CAC25}" presName="nodeFollowingNodes" presStyleLbl="node1" presStyleIdx="3" presStyleCnt="7">
        <dgm:presLayoutVars>
          <dgm:bulletEnabled val="1"/>
        </dgm:presLayoutVars>
      </dgm:prSet>
      <dgm:spPr/>
    </dgm:pt>
    <dgm:pt modelId="{3400A4B2-63F6-42E2-AEA2-55E239315D19}" type="pres">
      <dgm:prSet presAssocID="{14587B1C-5875-4B7A-9F79-29E36F3FDB5E}" presName="nodeFollowingNodes" presStyleLbl="node1" presStyleIdx="4" presStyleCnt="7">
        <dgm:presLayoutVars>
          <dgm:bulletEnabled val="1"/>
        </dgm:presLayoutVars>
      </dgm:prSet>
      <dgm:spPr/>
    </dgm:pt>
    <dgm:pt modelId="{C57D611A-2C87-44CC-9685-7C4389FCEDF9}" type="pres">
      <dgm:prSet presAssocID="{3AE428E6-488A-46F7-B70B-3743D6412B69}" presName="nodeFollowingNodes" presStyleLbl="node1" presStyleIdx="5" presStyleCnt="7">
        <dgm:presLayoutVars>
          <dgm:bulletEnabled val="1"/>
        </dgm:presLayoutVars>
      </dgm:prSet>
      <dgm:spPr/>
    </dgm:pt>
    <dgm:pt modelId="{C7D79386-4092-418E-92D5-A55031EFF9F7}" type="pres">
      <dgm:prSet presAssocID="{C1FF72C1-67B4-42BC-A4EB-2F872FF9B361}" presName="nodeFollowingNodes" presStyleLbl="node1" presStyleIdx="6" presStyleCnt="7">
        <dgm:presLayoutVars>
          <dgm:bulletEnabled val="1"/>
        </dgm:presLayoutVars>
      </dgm:prSet>
      <dgm:spPr/>
    </dgm:pt>
  </dgm:ptLst>
  <dgm:cxnLst>
    <dgm:cxn modelId="{2EBCA90D-87A9-4C17-A437-52FAFE919B71}" type="presOf" srcId="{CF7A5498-2FA8-4764-AECC-3BD8D504FE4A}" destId="{C223D0F3-C911-4509-8E4C-017A83850E3C}" srcOrd="0" destOrd="0" presId="urn:microsoft.com/office/officeart/2005/8/layout/cycle3"/>
    <dgm:cxn modelId="{E2BCB90D-D31B-473F-9F6F-B55C6F5B4262}" type="presOf" srcId="{4C53AC8F-62C9-4D3C-B958-3B9B4A5927A2}" destId="{903168E9-41B3-4877-95AA-F4486F54120F}" srcOrd="0" destOrd="0" presId="urn:microsoft.com/office/officeart/2005/8/layout/cycle3"/>
    <dgm:cxn modelId="{71FDD712-FC69-41B0-9C88-50CF4DCF4FB0}" srcId="{CF7A5498-2FA8-4764-AECC-3BD8D504FE4A}" destId="{14587B1C-5875-4B7A-9F79-29E36F3FDB5E}" srcOrd="4" destOrd="0" parTransId="{BB66C6A9-118E-4320-9234-0DF5277EE18A}" sibTransId="{6DB2698D-D755-4D42-BDE3-B325756258AA}"/>
    <dgm:cxn modelId="{FE7A993A-A931-46CF-ADE9-445B9840143A}" srcId="{CF7A5498-2FA8-4764-AECC-3BD8D504FE4A}" destId="{4C53AC8F-62C9-4D3C-B958-3B9B4A5927A2}" srcOrd="0" destOrd="0" parTransId="{46FA1153-FEAF-43EE-81B3-D3F1EC742EC5}" sibTransId="{AAD6B2CC-5FD1-4363-A9C2-596EBEC02C49}"/>
    <dgm:cxn modelId="{F3BBB947-DE6E-447E-A60C-42F9A2B56E1F}" srcId="{CF7A5498-2FA8-4764-AECC-3BD8D504FE4A}" destId="{DA6F70AA-D20B-4908-82F0-D6E22B0D653B}" srcOrd="1" destOrd="0" parTransId="{96C473C5-937E-455C-AA01-1D7798597A41}" sibTransId="{711A1B42-AFB4-4582-B566-BD56C670A7E6}"/>
    <dgm:cxn modelId="{F4C4C875-3302-41AC-816C-3895A17C3CB9}" srcId="{CF7A5498-2FA8-4764-AECC-3BD8D504FE4A}" destId="{3AE428E6-488A-46F7-B70B-3743D6412B69}" srcOrd="5" destOrd="0" parTransId="{5786A186-34E1-4B0C-A9CB-84BA690493D8}" sibTransId="{77032527-DBF1-48C2-9569-98C5CFB6067A}"/>
    <dgm:cxn modelId="{C08E497B-C1CA-4395-BC91-16E7C81B2C3A}" type="presOf" srcId="{25F4D82E-FC70-4D4D-AC66-7FB65E79FFBC}" destId="{0276846D-EC7C-4753-81F4-15B5EFD21E67}" srcOrd="0" destOrd="0" presId="urn:microsoft.com/office/officeart/2005/8/layout/cycle3"/>
    <dgm:cxn modelId="{FCF70393-DA86-4C01-92D7-F8D18078C467}" type="presOf" srcId="{9BB64108-B902-49B6-B0C8-8E997B1CAC25}" destId="{C18A094E-2BEE-4B5C-8E1B-4291B43377C6}" srcOrd="0" destOrd="0" presId="urn:microsoft.com/office/officeart/2005/8/layout/cycle3"/>
    <dgm:cxn modelId="{D414B399-31DB-4AE5-8DCD-70A3259BB7C4}" type="presOf" srcId="{3AE428E6-488A-46F7-B70B-3743D6412B69}" destId="{C57D611A-2C87-44CC-9685-7C4389FCEDF9}" srcOrd="0" destOrd="0" presId="urn:microsoft.com/office/officeart/2005/8/layout/cycle3"/>
    <dgm:cxn modelId="{F93EE7AC-1EC7-4660-8509-EEA07061446E}" type="presOf" srcId="{14587B1C-5875-4B7A-9F79-29E36F3FDB5E}" destId="{3400A4B2-63F6-42E2-AEA2-55E239315D19}" srcOrd="0" destOrd="0" presId="urn:microsoft.com/office/officeart/2005/8/layout/cycle3"/>
    <dgm:cxn modelId="{258214AE-8569-4FC0-A348-3F82497BB458}" srcId="{CF7A5498-2FA8-4764-AECC-3BD8D504FE4A}" destId="{C1FF72C1-67B4-42BC-A4EB-2F872FF9B361}" srcOrd="6" destOrd="0" parTransId="{FA0E10C1-76D9-4094-AAA8-76D8BDD29330}" sibTransId="{590CA828-C90E-4957-B82C-D99CF1E129CA}"/>
    <dgm:cxn modelId="{D2E14BAF-A29A-463B-9151-2221282526B7}" type="presOf" srcId="{DA6F70AA-D20B-4908-82F0-D6E22B0D653B}" destId="{84FA631E-76B9-49A6-8470-AB99ACE4166A}" srcOrd="0" destOrd="0" presId="urn:microsoft.com/office/officeart/2005/8/layout/cycle3"/>
    <dgm:cxn modelId="{3EBD51BA-F9BC-45DB-89EA-B1844B719834}" srcId="{CF7A5498-2FA8-4764-AECC-3BD8D504FE4A}" destId="{9BB64108-B902-49B6-B0C8-8E997B1CAC25}" srcOrd="3" destOrd="0" parTransId="{D96EBB00-783F-4FF8-B460-41ED788F0AE5}" sibTransId="{53D8A462-1EFB-470F-8046-96BDD90BCFDF}"/>
    <dgm:cxn modelId="{08D0D6DC-3938-43EA-BFA9-64E4BCE04B68}" type="presOf" srcId="{AAD6B2CC-5FD1-4363-A9C2-596EBEC02C49}" destId="{A24C3828-4E5A-4D4C-A7FC-6141F0AE311A}" srcOrd="0" destOrd="0" presId="urn:microsoft.com/office/officeart/2005/8/layout/cycle3"/>
    <dgm:cxn modelId="{F270E2DF-8C2C-4D7F-AB8F-682F00DFC07D}" type="presOf" srcId="{C1FF72C1-67B4-42BC-A4EB-2F872FF9B361}" destId="{C7D79386-4092-418E-92D5-A55031EFF9F7}" srcOrd="0" destOrd="0" presId="urn:microsoft.com/office/officeart/2005/8/layout/cycle3"/>
    <dgm:cxn modelId="{291475E1-308D-4B62-B439-72FA3462C747}" srcId="{CF7A5498-2FA8-4764-AECC-3BD8D504FE4A}" destId="{25F4D82E-FC70-4D4D-AC66-7FB65E79FFBC}" srcOrd="2" destOrd="0" parTransId="{B4006C48-3FA2-453A-ABF7-D81B4DF46B45}" sibTransId="{0C4BB519-EC2E-4088-9C09-E94F6D642AF1}"/>
    <dgm:cxn modelId="{B5DA1E6F-5826-4E48-B456-BCE58CC4A4D4}" type="presParOf" srcId="{C223D0F3-C911-4509-8E4C-017A83850E3C}" destId="{49078522-3A26-45FA-ABCA-DC32CBDEDD4D}" srcOrd="0" destOrd="0" presId="urn:microsoft.com/office/officeart/2005/8/layout/cycle3"/>
    <dgm:cxn modelId="{5EDE870C-3876-4011-B01E-7288915ED405}" type="presParOf" srcId="{49078522-3A26-45FA-ABCA-DC32CBDEDD4D}" destId="{903168E9-41B3-4877-95AA-F4486F54120F}" srcOrd="0" destOrd="0" presId="urn:microsoft.com/office/officeart/2005/8/layout/cycle3"/>
    <dgm:cxn modelId="{0CDEE52B-30FA-40B6-B485-97BE93E1D706}" type="presParOf" srcId="{49078522-3A26-45FA-ABCA-DC32CBDEDD4D}" destId="{A24C3828-4E5A-4D4C-A7FC-6141F0AE311A}" srcOrd="1" destOrd="0" presId="urn:microsoft.com/office/officeart/2005/8/layout/cycle3"/>
    <dgm:cxn modelId="{0E83ED56-EE41-4DE5-A63E-3EBD09182507}" type="presParOf" srcId="{49078522-3A26-45FA-ABCA-DC32CBDEDD4D}" destId="{84FA631E-76B9-49A6-8470-AB99ACE4166A}" srcOrd="2" destOrd="0" presId="urn:microsoft.com/office/officeart/2005/8/layout/cycle3"/>
    <dgm:cxn modelId="{758B8BA5-3EFD-45BD-A989-DD9193C467E9}" type="presParOf" srcId="{49078522-3A26-45FA-ABCA-DC32CBDEDD4D}" destId="{0276846D-EC7C-4753-81F4-15B5EFD21E67}" srcOrd="3" destOrd="0" presId="urn:microsoft.com/office/officeart/2005/8/layout/cycle3"/>
    <dgm:cxn modelId="{04C86E08-1094-45B7-859B-7D6E52E139E0}" type="presParOf" srcId="{49078522-3A26-45FA-ABCA-DC32CBDEDD4D}" destId="{C18A094E-2BEE-4B5C-8E1B-4291B43377C6}" srcOrd="4" destOrd="0" presId="urn:microsoft.com/office/officeart/2005/8/layout/cycle3"/>
    <dgm:cxn modelId="{2519E2BA-FC62-4640-89B9-9C0B09A37B9B}" type="presParOf" srcId="{49078522-3A26-45FA-ABCA-DC32CBDEDD4D}" destId="{3400A4B2-63F6-42E2-AEA2-55E239315D19}" srcOrd="5" destOrd="0" presId="urn:microsoft.com/office/officeart/2005/8/layout/cycle3"/>
    <dgm:cxn modelId="{79C7ECA0-86F9-4695-B951-29641FE8A661}" type="presParOf" srcId="{49078522-3A26-45FA-ABCA-DC32CBDEDD4D}" destId="{C57D611A-2C87-44CC-9685-7C4389FCEDF9}" srcOrd="6" destOrd="0" presId="urn:microsoft.com/office/officeart/2005/8/layout/cycle3"/>
    <dgm:cxn modelId="{96146EB6-2DEF-442E-A5C2-EC4D4C6A86A6}" type="presParOf" srcId="{49078522-3A26-45FA-ABCA-DC32CBDEDD4D}" destId="{C7D79386-4092-418E-92D5-A55031EFF9F7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326E1A-190A-49CE-BAA9-797402888E8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2CACD72-CB05-4340-86BB-8D60D6AD50A0}">
      <dgm:prSet/>
      <dgm:spPr/>
      <dgm:t>
        <a:bodyPr/>
        <a:lstStyle/>
        <a:p>
          <a:r>
            <a:rPr lang="en-US"/>
            <a:t>Libraries Used:</a:t>
          </a:r>
        </a:p>
      </dgm:t>
    </dgm:pt>
    <dgm:pt modelId="{C67C75AE-06AC-477B-A63D-56028572DC38}" type="parTrans" cxnId="{52020B6A-E23D-405D-8703-A618A4A617CC}">
      <dgm:prSet/>
      <dgm:spPr/>
      <dgm:t>
        <a:bodyPr/>
        <a:lstStyle/>
        <a:p>
          <a:endParaRPr lang="en-US"/>
        </a:p>
      </dgm:t>
    </dgm:pt>
    <dgm:pt modelId="{A39AB646-7903-4427-9215-0C7BF4A8EBAA}" type="sibTrans" cxnId="{52020B6A-E23D-405D-8703-A618A4A617CC}">
      <dgm:prSet/>
      <dgm:spPr/>
      <dgm:t>
        <a:bodyPr/>
        <a:lstStyle/>
        <a:p>
          <a:endParaRPr lang="en-US"/>
        </a:p>
      </dgm:t>
    </dgm:pt>
    <dgm:pt modelId="{EAD61CB0-13B4-4F43-98B7-57506B35F0F3}">
      <dgm:prSet/>
      <dgm:spPr/>
      <dgm:t>
        <a:bodyPr/>
        <a:lstStyle/>
        <a:p>
          <a:r>
            <a:rPr lang="en-US"/>
            <a:t>• Pandas – Data handling</a:t>
          </a:r>
        </a:p>
      </dgm:t>
    </dgm:pt>
    <dgm:pt modelId="{5583B68E-372D-4AAB-9646-4B6D2C0A0D57}" type="parTrans" cxnId="{0BAF65BA-6434-4245-A482-681640F83F17}">
      <dgm:prSet/>
      <dgm:spPr/>
      <dgm:t>
        <a:bodyPr/>
        <a:lstStyle/>
        <a:p>
          <a:endParaRPr lang="en-US"/>
        </a:p>
      </dgm:t>
    </dgm:pt>
    <dgm:pt modelId="{E067FE14-5278-438D-8ED6-3E613B3E97DF}" type="sibTrans" cxnId="{0BAF65BA-6434-4245-A482-681640F83F17}">
      <dgm:prSet/>
      <dgm:spPr/>
      <dgm:t>
        <a:bodyPr/>
        <a:lstStyle/>
        <a:p>
          <a:endParaRPr lang="en-US"/>
        </a:p>
      </dgm:t>
    </dgm:pt>
    <dgm:pt modelId="{712E5E38-5C93-40D0-8EE0-AC81D84E5333}">
      <dgm:prSet/>
      <dgm:spPr/>
      <dgm:t>
        <a:bodyPr/>
        <a:lstStyle/>
        <a:p>
          <a:r>
            <a:rPr lang="en-US"/>
            <a:t>• NumPy – Numerical operations</a:t>
          </a:r>
        </a:p>
      </dgm:t>
    </dgm:pt>
    <dgm:pt modelId="{FFFB1919-2700-49E5-BA4A-D647475C3961}" type="parTrans" cxnId="{B085AA88-4337-4332-8CE7-6B3774A9D9FC}">
      <dgm:prSet/>
      <dgm:spPr/>
      <dgm:t>
        <a:bodyPr/>
        <a:lstStyle/>
        <a:p>
          <a:endParaRPr lang="en-US"/>
        </a:p>
      </dgm:t>
    </dgm:pt>
    <dgm:pt modelId="{BCF172BC-C384-41DD-8131-0F04AFFF97BD}" type="sibTrans" cxnId="{B085AA88-4337-4332-8CE7-6B3774A9D9FC}">
      <dgm:prSet/>
      <dgm:spPr/>
      <dgm:t>
        <a:bodyPr/>
        <a:lstStyle/>
        <a:p>
          <a:endParaRPr lang="en-US"/>
        </a:p>
      </dgm:t>
    </dgm:pt>
    <dgm:pt modelId="{CB8AE96F-40C7-4C7B-97CD-33FD28B52008}">
      <dgm:prSet/>
      <dgm:spPr/>
      <dgm:t>
        <a:bodyPr/>
        <a:lstStyle/>
        <a:p>
          <a:r>
            <a:rPr lang="en-US"/>
            <a:t>• Matplotlib &amp; Seaborn – Data visualization</a:t>
          </a:r>
        </a:p>
      </dgm:t>
    </dgm:pt>
    <dgm:pt modelId="{68A4ABEF-561E-4DDC-BDFD-C4575A0C016E}" type="parTrans" cxnId="{7E6EF7D9-23C5-40BD-B000-D0472A51E31A}">
      <dgm:prSet/>
      <dgm:spPr/>
      <dgm:t>
        <a:bodyPr/>
        <a:lstStyle/>
        <a:p>
          <a:endParaRPr lang="en-US"/>
        </a:p>
      </dgm:t>
    </dgm:pt>
    <dgm:pt modelId="{C60ECAA2-3620-4DCB-B034-B0DE0A8199FB}" type="sibTrans" cxnId="{7E6EF7D9-23C5-40BD-B000-D0472A51E31A}">
      <dgm:prSet/>
      <dgm:spPr/>
      <dgm:t>
        <a:bodyPr/>
        <a:lstStyle/>
        <a:p>
          <a:endParaRPr lang="en-US"/>
        </a:p>
      </dgm:t>
    </dgm:pt>
    <dgm:pt modelId="{152A5B28-B313-4433-BAA0-3A44AEF73E36}">
      <dgm:prSet/>
      <dgm:spPr/>
      <dgm:t>
        <a:bodyPr/>
        <a:lstStyle/>
        <a:p>
          <a:r>
            <a:rPr lang="en-US"/>
            <a:t>• Scikit-learn – Machine learning models</a:t>
          </a:r>
        </a:p>
      </dgm:t>
    </dgm:pt>
    <dgm:pt modelId="{8063CD89-4BA5-46C2-A45A-3DBED0DF3D29}" type="parTrans" cxnId="{C6FD857A-6210-48C4-BE0C-38D20FCEB827}">
      <dgm:prSet/>
      <dgm:spPr/>
      <dgm:t>
        <a:bodyPr/>
        <a:lstStyle/>
        <a:p>
          <a:endParaRPr lang="en-US"/>
        </a:p>
      </dgm:t>
    </dgm:pt>
    <dgm:pt modelId="{5C20E721-A3EF-4414-A221-8E799A8C51FC}" type="sibTrans" cxnId="{C6FD857A-6210-48C4-BE0C-38D20FCEB827}">
      <dgm:prSet/>
      <dgm:spPr/>
      <dgm:t>
        <a:bodyPr/>
        <a:lstStyle/>
        <a:p>
          <a:endParaRPr lang="en-US"/>
        </a:p>
      </dgm:t>
    </dgm:pt>
    <dgm:pt modelId="{C027CC9E-5797-418D-9D15-97D205FA3984}" type="pres">
      <dgm:prSet presAssocID="{66326E1A-190A-49CE-BAA9-797402888E82}" presName="root" presStyleCnt="0">
        <dgm:presLayoutVars>
          <dgm:dir/>
          <dgm:resizeHandles val="exact"/>
        </dgm:presLayoutVars>
      </dgm:prSet>
      <dgm:spPr/>
    </dgm:pt>
    <dgm:pt modelId="{DBC07754-EB93-4F74-9ADA-0264ED41B760}" type="pres">
      <dgm:prSet presAssocID="{C2CACD72-CB05-4340-86BB-8D60D6AD50A0}" presName="compNode" presStyleCnt="0"/>
      <dgm:spPr/>
    </dgm:pt>
    <dgm:pt modelId="{D1540428-A1AB-47BC-866F-1394A692D167}" type="pres">
      <dgm:prSet presAssocID="{C2CACD72-CB05-4340-86BB-8D60D6AD50A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4B71AD28-E999-4499-9985-3577C5191E9F}" type="pres">
      <dgm:prSet presAssocID="{C2CACD72-CB05-4340-86BB-8D60D6AD50A0}" presName="spaceRect" presStyleCnt="0"/>
      <dgm:spPr/>
    </dgm:pt>
    <dgm:pt modelId="{36F91C0D-2569-4D90-91D8-F22B0EC40399}" type="pres">
      <dgm:prSet presAssocID="{C2CACD72-CB05-4340-86BB-8D60D6AD50A0}" presName="textRect" presStyleLbl="revTx" presStyleIdx="0" presStyleCnt="5">
        <dgm:presLayoutVars>
          <dgm:chMax val="1"/>
          <dgm:chPref val="1"/>
        </dgm:presLayoutVars>
      </dgm:prSet>
      <dgm:spPr/>
    </dgm:pt>
    <dgm:pt modelId="{72A9A451-3DE3-4F70-A3EE-FB9E4F0E7B58}" type="pres">
      <dgm:prSet presAssocID="{A39AB646-7903-4427-9215-0C7BF4A8EBAA}" presName="sibTrans" presStyleCnt="0"/>
      <dgm:spPr/>
    </dgm:pt>
    <dgm:pt modelId="{9F5054A5-53B6-41B7-9BC2-1246FC98B72A}" type="pres">
      <dgm:prSet presAssocID="{EAD61CB0-13B4-4F43-98B7-57506B35F0F3}" presName="compNode" presStyleCnt="0"/>
      <dgm:spPr/>
    </dgm:pt>
    <dgm:pt modelId="{B937E537-5220-451E-9AB4-FE212C6D424F}" type="pres">
      <dgm:prSet presAssocID="{EAD61CB0-13B4-4F43-98B7-57506B35F0F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CDE65318-6EE2-41E1-B50A-810FEA0A0DA0}" type="pres">
      <dgm:prSet presAssocID="{EAD61CB0-13B4-4F43-98B7-57506B35F0F3}" presName="spaceRect" presStyleCnt="0"/>
      <dgm:spPr/>
    </dgm:pt>
    <dgm:pt modelId="{179051D3-C15E-468D-A65D-0250FBAE725B}" type="pres">
      <dgm:prSet presAssocID="{EAD61CB0-13B4-4F43-98B7-57506B35F0F3}" presName="textRect" presStyleLbl="revTx" presStyleIdx="1" presStyleCnt="5">
        <dgm:presLayoutVars>
          <dgm:chMax val="1"/>
          <dgm:chPref val="1"/>
        </dgm:presLayoutVars>
      </dgm:prSet>
      <dgm:spPr/>
    </dgm:pt>
    <dgm:pt modelId="{C5479715-89E4-4A55-B003-C3388E5B3C50}" type="pres">
      <dgm:prSet presAssocID="{E067FE14-5278-438D-8ED6-3E613B3E97DF}" presName="sibTrans" presStyleCnt="0"/>
      <dgm:spPr/>
    </dgm:pt>
    <dgm:pt modelId="{B44B4307-2666-4ABC-9136-4D86EF128D93}" type="pres">
      <dgm:prSet presAssocID="{712E5E38-5C93-40D0-8EE0-AC81D84E5333}" presName="compNode" presStyleCnt="0"/>
      <dgm:spPr/>
    </dgm:pt>
    <dgm:pt modelId="{119EE960-2B59-4822-BBAF-68328D0442F1}" type="pres">
      <dgm:prSet presAssocID="{712E5E38-5C93-40D0-8EE0-AC81D84E53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3210C357-1C5E-4D7D-AE90-88376787BF3D}" type="pres">
      <dgm:prSet presAssocID="{712E5E38-5C93-40D0-8EE0-AC81D84E5333}" presName="spaceRect" presStyleCnt="0"/>
      <dgm:spPr/>
    </dgm:pt>
    <dgm:pt modelId="{3A5C73A7-A6B0-42E5-840D-D4C861A4FAA9}" type="pres">
      <dgm:prSet presAssocID="{712E5E38-5C93-40D0-8EE0-AC81D84E5333}" presName="textRect" presStyleLbl="revTx" presStyleIdx="2" presStyleCnt="5">
        <dgm:presLayoutVars>
          <dgm:chMax val="1"/>
          <dgm:chPref val="1"/>
        </dgm:presLayoutVars>
      </dgm:prSet>
      <dgm:spPr/>
    </dgm:pt>
    <dgm:pt modelId="{25DB5156-334D-49E3-B33F-379755D31983}" type="pres">
      <dgm:prSet presAssocID="{BCF172BC-C384-41DD-8131-0F04AFFF97BD}" presName="sibTrans" presStyleCnt="0"/>
      <dgm:spPr/>
    </dgm:pt>
    <dgm:pt modelId="{3F692D1F-434B-4B09-B09E-4A085B8EA0EF}" type="pres">
      <dgm:prSet presAssocID="{CB8AE96F-40C7-4C7B-97CD-33FD28B52008}" presName="compNode" presStyleCnt="0"/>
      <dgm:spPr/>
    </dgm:pt>
    <dgm:pt modelId="{C59FC274-11C2-47CD-A9BA-D3FFC0E500E7}" type="pres">
      <dgm:prSet presAssocID="{CB8AE96F-40C7-4C7B-97CD-33FD28B5200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1BB984-A80C-401C-BAE9-C61E37DB2578}" type="pres">
      <dgm:prSet presAssocID="{CB8AE96F-40C7-4C7B-97CD-33FD28B52008}" presName="spaceRect" presStyleCnt="0"/>
      <dgm:spPr/>
    </dgm:pt>
    <dgm:pt modelId="{B8F5740C-CF20-49D2-8B40-5B6F6AF2FAF0}" type="pres">
      <dgm:prSet presAssocID="{CB8AE96F-40C7-4C7B-97CD-33FD28B52008}" presName="textRect" presStyleLbl="revTx" presStyleIdx="3" presStyleCnt="5">
        <dgm:presLayoutVars>
          <dgm:chMax val="1"/>
          <dgm:chPref val="1"/>
        </dgm:presLayoutVars>
      </dgm:prSet>
      <dgm:spPr/>
    </dgm:pt>
    <dgm:pt modelId="{9629F2C7-377C-4ACA-B899-EA54F66FAC28}" type="pres">
      <dgm:prSet presAssocID="{C60ECAA2-3620-4DCB-B034-B0DE0A8199FB}" presName="sibTrans" presStyleCnt="0"/>
      <dgm:spPr/>
    </dgm:pt>
    <dgm:pt modelId="{0E2FB19F-6368-4CA0-8384-DC92DE05BE5F}" type="pres">
      <dgm:prSet presAssocID="{152A5B28-B313-4433-BAA0-3A44AEF73E36}" presName="compNode" presStyleCnt="0"/>
      <dgm:spPr/>
    </dgm:pt>
    <dgm:pt modelId="{A44F50A0-FA46-487C-A523-B6CE65446020}" type="pres">
      <dgm:prSet presAssocID="{152A5B28-B313-4433-BAA0-3A44AEF73E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29B46A7-E2F4-48FC-B383-F1378AD9A094}" type="pres">
      <dgm:prSet presAssocID="{152A5B28-B313-4433-BAA0-3A44AEF73E36}" presName="spaceRect" presStyleCnt="0"/>
      <dgm:spPr/>
    </dgm:pt>
    <dgm:pt modelId="{6475E3C5-F9C1-42C8-9B81-8D4C890F9208}" type="pres">
      <dgm:prSet presAssocID="{152A5B28-B313-4433-BAA0-3A44AEF73E3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C3BB42C-6862-4BD9-B3FA-345CA0078DF7}" type="presOf" srcId="{712E5E38-5C93-40D0-8EE0-AC81D84E5333}" destId="{3A5C73A7-A6B0-42E5-840D-D4C861A4FAA9}" srcOrd="0" destOrd="0" presId="urn:microsoft.com/office/officeart/2018/2/layout/IconLabelList"/>
    <dgm:cxn modelId="{52020B6A-E23D-405D-8703-A618A4A617CC}" srcId="{66326E1A-190A-49CE-BAA9-797402888E82}" destId="{C2CACD72-CB05-4340-86BB-8D60D6AD50A0}" srcOrd="0" destOrd="0" parTransId="{C67C75AE-06AC-477B-A63D-56028572DC38}" sibTransId="{A39AB646-7903-4427-9215-0C7BF4A8EBAA}"/>
    <dgm:cxn modelId="{5DD71D6C-866D-4C27-BFA2-1D3BC2DE9207}" type="presOf" srcId="{C2CACD72-CB05-4340-86BB-8D60D6AD50A0}" destId="{36F91C0D-2569-4D90-91D8-F22B0EC40399}" srcOrd="0" destOrd="0" presId="urn:microsoft.com/office/officeart/2018/2/layout/IconLabelList"/>
    <dgm:cxn modelId="{FD8DE04E-1F0F-47CF-B833-F5383640B01E}" type="presOf" srcId="{66326E1A-190A-49CE-BAA9-797402888E82}" destId="{C027CC9E-5797-418D-9D15-97D205FA3984}" srcOrd="0" destOrd="0" presId="urn:microsoft.com/office/officeart/2018/2/layout/IconLabelList"/>
    <dgm:cxn modelId="{C6FD857A-6210-48C4-BE0C-38D20FCEB827}" srcId="{66326E1A-190A-49CE-BAA9-797402888E82}" destId="{152A5B28-B313-4433-BAA0-3A44AEF73E36}" srcOrd="4" destOrd="0" parTransId="{8063CD89-4BA5-46C2-A45A-3DBED0DF3D29}" sibTransId="{5C20E721-A3EF-4414-A221-8E799A8C51FC}"/>
    <dgm:cxn modelId="{6AE32E7F-F5C3-4ED9-9940-DAAE77F8F502}" type="presOf" srcId="{CB8AE96F-40C7-4C7B-97CD-33FD28B52008}" destId="{B8F5740C-CF20-49D2-8B40-5B6F6AF2FAF0}" srcOrd="0" destOrd="0" presId="urn:microsoft.com/office/officeart/2018/2/layout/IconLabelList"/>
    <dgm:cxn modelId="{B085AA88-4337-4332-8CE7-6B3774A9D9FC}" srcId="{66326E1A-190A-49CE-BAA9-797402888E82}" destId="{712E5E38-5C93-40D0-8EE0-AC81D84E5333}" srcOrd="2" destOrd="0" parTransId="{FFFB1919-2700-49E5-BA4A-D647475C3961}" sibTransId="{BCF172BC-C384-41DD-8131-0F04AFFF97BD}"/>
    <dgm:cxn modelId="{13CAE9AF-04D7-4DE2-A8F6-9A39C074A1A4}" type="presOf" srcId="{EAD61CB0-13B4-4F43-98B7-57506B35F0F3}" destId="{179051D3-C15E-468D-A65D-0250FBAE725B}" srcOrd="0" destOrd="0" presId="urn:microsoft.com/office/officeart/2018/2/layout/IconLabelList"/>
    <dgm:cxn modelId="{0BAF65BA-6434-4245-A482-681640F83F17}" srcId="{66326E1A-190A-49CE-BAA9-797402888E82}" destId="{EAD61CB0-13B4-4F43-98B7-57506B35F0F3}" srcOrd="1" destOrd="0" parTransId="{5583B68E-372D-4AAB-9646-4B6D2C0A0D57}" sibTransId="{E067FE14-5278-438D-8ED6-3E613B3E97DF}"/>
    <dgm:cxn modelId="{2FE7B2D4-E895-4814-AB3B-0616B41D4C8D}" type="presOf" srcId="{152A5B28-B313-4433-BAA0-3A44AEF73E36}" destId="{6475E3C5-F9C1-42C8-9B81-8D4C890F9208}" srcOrd="0" destOrd="0" presId="urn:microsoft.com/office/officeart/2018/2/layout/IconLabelList"/>
    <dgm:cxn modelId="{7E6EF7D9-23C5-40BD-B000-D0472A51E31A}" srcId="{66326E1A-190A-49CE-BAA9-797402888E82}" destId="{CB8AE96F-40C7-4C7B-97CD-33FD28B52008}" srcOrd="3" destOrd="0" parTransId="{68A4ABEF-561E-4DDC-BDFD-C4575A0C016E}" sibTransId="{C60ECAA2-3620-4DCB-B034-B0DE0A8199FB}"/>
    <dgm:cxn modelId="{DF2F710A-13B0-4DE5-91AC-7989B940CB3B}" type="presParOf" srcId="{C027CC9E-5797-418D-9D15-97D205FA3984}" destId="{DBC07754-EB93-4F74-9ADA-0264ED41B760}" srcOrd="0" destOrd="0" presId="urn:microsoft.com/office/officeart/2018/2/layout/IconLabelList"/>
    <dgm:cxn modelId="{6F543463-5092-445B-97D4-0F15E8DD3937}" type="presParOf" srcId="{DBC07754-EB93-4F74-9ADA-0264ED41B760}" destId="{D1540428-A1AB-47BC-866F-1394A692D167}" srcOrd="0" destOrd="0" presId="urn:microsoft.com/office/officeart/2018/2/layout/IconLabelList"/>
    <dgm:cxn modelId="{FA775016-ED8E-4E46-9AEE-AD177A80E689}" type="presParOf" srcId="{DBC07754-EB93-4F74-9ADA-0264ED41B760}" destId="{4B71AD28-E999-4499-9985-3577C5191E9F}" srcOrd="1" destOrd="0" presId="urn:microsoft.com/office/officeart/2018/2/layout/IconLabelList"/>
    <dgm:cxn modelId="{AE3BAAA0-7C45-41B7-A92E-0D4D30A1590A}" type="presParOf" srcId="{DBC07754-EB93-4F74-9ADA-0264ED41B760}" destId="{36F91C0D-2569-4D90-91D8-F22B0EC40399}" srcOrd="2" destOrd="0" presId="urn:microsoft.com/office/officeart/2018/2/layout/IconLabelList"/>
    <dgm:cxn modelId="{C101907D-87A1-4C26-89ED-B36E5786C3FB}" type="presParOf" srcId="{C027CC9E-5797-418D-9D15-97D205FA3984}" destId="{72A9A451-3DE3-4F70-A3EE-FB9E4F0E7B58}" srcOrd="1" destOrd="0" presId="urn:microsoft.com/office/officeart/2018/2/layout/IconLabelList"/>
    <dgm:cxn modelId="{56EE1F41-1DA7-4169-B1E3-15DEEB4B1865}" type="presParOf" srcId="{C027CC9E-5797-418D-9D15-97D205FA3984}" destId="{9F5054A5-53B6-41B7-9BC2-1246FC98B72A}" srcOrd="2" destOrd="0" presId="urn:microsoft.com/office/officeart/2018/2/layout/IconLabelList"/>
    <dgm:cxn modelId="{52DE142F-CE52-4841-9CB1-C1DC1A83AD52}" type="presParOf" srcId="{9F5054A5-53B6-41B7-9BC2-1246FC98B72A}" destId="{B937E537-5220-451E-9AB4-FE212C6D424F}" srcOrd="0" destOrd="0" presId="urn:microsoft.com/office/officeart/2018/2/layout/IconLabelList"/>
    <dgm:cxn modelId="{5C7C11F2-8CB3-4E04-A807-2393C51EAA7E}" type="presParOf" srcId="{9F5054A5-53B6-41B7-9BC2-1246FC98B72A}" destId="{CDE65318-6EE2-41E1-B50A-810FEA0A0DA0}" srcOrd="1" destOrd="0" presId="urn:microsoft.com/office/officeart/2018/2/layout/IconLabelList"/>
    <dgm:cxn modelId="{445D4492-3CDC-4EB7-8B34-6A10DE6F373C}" type="presParOf" srcId="{9F5054A5-53B6-41B7-9BC2-1246FC98B72A}" destId="{179051D3-C15E-468D-A65D-0250FBAE725B}" srcOrd="2" destOrd="0" presId="urn:microsoft.com/office/officeart/2018/2/layout/IconLabelList"/>
    <dgm:cxn modelId="{09F945D9-5BA1-4A69-8138-9AC364891082}" type="presParOf" srcId="{C027CC9E-5797-418D-9D15-97D205FA3984}" destId="{C5479715-89E4-4A55-B003-C3388E5B3C50}" srcOrd="3" destOrd="0" presId="urn:microsoft.com/office/officeart/2018/2/layout/IconLabelList"/>
    <dgm:cxn modelId="{7C40D56D-FDFA-4504-B5D6-145E3F4BB319}" type="presParOf" srcId="{C027CC9E-5797-418D-9D15-97D205FA3984}" destId="{B44B4307-2666-4ABC-9136-4D86EF128D93}" srcOrd="4" destOrd="0" presId="urn:microsoft.com/office/officeart/2018/2/layout/IconLabelList"/>
    <dgm:cxn modelId="{66853C90-FEC1-4D9D-98FF-1273D7BC1758}" type="presParOf" srcId="{B44B4307-2666-4ABC-9136-4D86EF128D93}" destId="{119EE960-2B59-4822-BBAF-68328D0442F1}" srcOrd="0" destOrd="0" presId="urn:microsoft.com/office/officeart/2018/2/layout/IconLabelList"/>
    <dgm:cxn modelId="{620B292A-2CC2-43F4-87D6-03415D1D29E5}" type="presParOf" srcId="{B44B4307-2666-4ABC-9136-4D86EF128D93}" destId="{3210C357-1C5E-4D7D-AE90-88376787BF3D}" srcOrd="1" destOrd="0" presId="urn:microsoft.com/office/officeart/2018/2/layout/IconLabelList"/>
    <dgm:cxn modelId="{CC61125A-79C5-42B5-93C8-F5B049B08AC2}" type="presParOf" srcId="{B44B4307-2666-4ABC-9136-4D86EF128D93}" destId="{3A5C73A7-A6B0-42E5-840D-D4C861A4FAA9}" srcOrd="2" destOrd="0" presId="urn:microsoft.com/office/officeart/2018/2/layout/IconLabelList"/>
    <dgm:cxn modelId="{F7589E24-A239-4A38-BEAB-F7A14D508CE3}" type="presParOf" srcId="{C027CC9E-5797-418D-9D15-97D205FA3984}" destId="{25DB5156-334D-49E3-B33F-379755D31983}" srcOrd="5" destOrd="0" presId="urn:microsoft.com/office/officeart/2018/2/layout/IconLabelList"/>
    <dgm:cxn modelId="{54C0C792-8F16-49C5-A518-2D2A7795B193}" type="presParOf" srcId="{C027CC9E-5797-418D-9D15-97D205FA3984}" destId="{3F692D1F-434B-4B09-B09E-4A085B8EA0EF}" srcOrd="6" destOrd="0" presId="urn:microsoft.com/office/officeart/2018/2/layout/IconLabelList"/>
    <dgm:cxn modelId="{4518099A-01CB-44B8-BC99-708FEB60CC2F}" type="presParOf" srcId="{3F692D1F-434B-4B09-B09E-4A085B8EA0EF}" destId="{C59FC274-11C2-47CD-A9BA-D3FFC0E500E7}" srcOrd="0" destOrd="0" presId="urn:microsoft.com/office/officeart/2018/2/layout/IconLabelList"/>
    <dgm:cxn modelId="{8AEDFDCE-4C01-4029-939D-E10BF2567EE4}" type="presParOf" srcId="{3F692D1F-434B-4B09-B09E-4A085B8EA0EF}" destId="{CD1BB984-A80C-401C-BAE9-C61E37DB2578}" srcOrd="1" destOrd="0" presId="urn:microsoft.com/office/officeart/2018/2/layout/IconLabelList"/>
    <dgm:cxn modelId="{E5D65E8F-21A3-458F-A787-072CA371FD82}" type="presParOf" srcId="{3F692D1F-434B-4B09-B09E-4A085B8EA0EF}" destId="{B8F5740C-CF20-49D2-8B40-5B6F6AF2FAF0}" srcOrd="2" destOrd="0" presId="urn:microsoft.com/office/officeart/2018/2/layout/IconLabelList"/>
    <dgm:cxn modelId="{80A8C002-AD6E-4261-8042-0A534D1B38DF}" type="presParOf" srcId="{C027CC9E-5797-418D-9D15-97D205FA3984}" destId="{9629F2C7-377C-4ACA-B899-EA54F66FAC28}" srcOrd="7" destOrd="0" presId="urn:microsoft.com/office/officeart/2018/2/layout/IconLabelList"/>
    <dgm:cxn modelId="{9409AFFA-F1A5-476D-952F-35C9465B1A67}" type="presParOf" srcId="{C027CC9E-5797-418D-9D15-97D205FA3984}" destId="{0E2FB19F-6368-4CA0-8384-DC92DE05BE5F}" srcOrd="8" destOrd="0" presId="urn:microsoft.com/office/officeart/2018/2/layout/IconLabelList"/>
    <dgm:cxn modelId="{C0ACDFF0-6DFF-4C16-BD10-3F5420168A51}" type="presParOf" srcId="{0E2FB19F-6368-4CA0-8384-DC92DE05BE5F}" destId="{A44F50A0-FA46-487C-A523-B6CE65446020}" srcOrd="0" destOrd="0" presId="urn:microsoft.com/office/officeart/2018/2/layout/IconLabelList"/>
    <dgm:cxn modelId="{67385988-ECB4-4829-9D98-3FC30D963609}" type="presParOf" srcId="{0E2FB19F-6368-4CA0-8384-DC92DE05BE5F}" destId="{A29B46A7-E2F4-48FC-B383-F1378AD9A094}" srcOrd="1" destOrd="0" presId="urn:microsoft.com/office/officeart/2018/2/layout/IconLabelList"/>
    <dgm:cxn modelId="{B31AA6DB-BFB5-4D72-BDF5-C5F9D1969010}" type="presParOf" srcId="{0E2FB19F-6368-4CA0-8384-DC92DE05BE5F}" destId="{6475E3C5-F9C1-42C8-9B81-8D4C890F920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4F537B-A836-4DAD-95D8-B2F0348866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B37B94-FE0D-4412-9436-349EA16B2C63}">
      <dgm:prSet/>
      <dgm:spPr/>
      <dgm:t>
        <a:bodyPr/>
        <a:lstStyle/>
        <a:p>
          <a:r>
            <a:rPr lang="en-US"/>
            <a:t>• Understand data distribution and structure</a:t>
          </a:r>
        </a:p>
      </dgm:t>
    </dgm:pt>
    <dgm:pt modelId="{DC23CE53-583D-42EF-B33D-9CCA25268784}" type="parTrans" cxnId="{5EBBF86F-F908-41D9-8238-EEA929940FAA}">
      <dgm:prSet/>
      <dgm:spPr/>
      <dgm:t>
        <a:bodyPr/>
        <a:lstStyle/>
        <a:p>
          <a:endParaRPr lang="en-US"/>
        </a:p>
      </dgm:t>
    </dgm:pt>
    <dgm:pt modelId="{8287DB3E-A9DC-428C-AB67-437177476D87}" type="sibTrans" cxnId="{5EBBF86F-F908-41D9-8238-EEA929940FAA}">
      <dgm:prSet/>
      <dgm:spPr/>
      <dgm:t>
        <a:bodyPr/>
        <a:lstStyle/>
        <a:p>
          <a:endParaRPr lang="en-US"/>
        </a:p>
      </dgm:t>
    </dgm:pt>
    <dgm:pt modelId="{9E290C19-3B0B-4903-9E5B-03747D9CF225}">
      <dgm:prSet/>
      <dgm:spPr/>
      <dgm:t>
        <a:bodyPr/>
        <a:lstStyle/>
        <a:p>
          <a:r>
            <a:rPr lang="en-US"/>
            <a:t>• Visualize correlations and trends</a:t>
          </a:r>
        </a:p>
      </dgm:t>
    </dgm:pt>
    <dgm:pt modelId="{DE26D22B-2DD4-4841-8397-31CC0321F3B7}" type="parTrans" cxnId="{AC0E8883-81C2-4380-ACDC-15F76DC3ACAA}">
      <dgm:prSet/>
      <dgm:spPr/>
      <dgm:t>
        <a:bodyPr/>
        <a:lstStyle/>
        <a:p>
          <a:endParaRPr lang="en-US"/>
        </a:p>
      </dgm:t>
    </dgm:pt>
    <dgm:pt modelId="{595C4CFA-FEB6-4398-8BAE-F582CC6AB2F8}" type="sibTrans" cxnId="{AC0E8883-81C2-4380-ACDC-15F76DC3ACAA}">
      <dgm:prSet/>
      <dgm:spPr/>
      <dgm:t>
        <a:bodyPr/>
        <a:lstStyle/>
        <a:p>
          <a:endParaRPr lang="en-US"/>
        </a:p>
      </dgm:t>
    </dgm:pt>
    <dgm:pt modelId="{3B333664-AFC7-4F62-BFD2-C5D8BE2EAADA}">
      <dgm:prSet/>
      <dgm:spPr/>
      <dgm:t>
        <a:bodyPr/>
        <a:lstStyle/>
        <a:p>
          <a:r>
            <a:rPr lang="en-US"/>
            <a:t>• Handle outliers and missing values</a:t>
          </a:r>
        </a:p>
      </dgm:t>
    </dgm:pt>
    <dgm:pt modelId="{017C508B-A4E2-45A8-BAF9-461261D9CA02}" type="parTrans" cxnId="{99D69656-A088-45C6-BDDE-C1EC4BC2EBB7}">
      <dgm:prSet/>
      <dgm:spPr/>
      <dgm:t>
        <a:bodyPr/>
        <a:lstStyle/>
        <a:p>
          <a:endParaRPr lang="en-US"/>
        </a:p>
      </dgm:t>
    </dgm:pt>
    <dgm:pt modelId="{F99093B5-B061-4ADD-9186-497EC5E0B585}" type="sibTrans" cxnId="{99D69656-A088-45C6-BDDE-C1EC4BC2EBB7}">
      <dgm:prSet/>
      <dgm:spPr/>
      <dgm:t>
        <a:bodyPr/>
        <a:lstStyle/>
        <a:p>
          <a:endParaRPr lang="en-US"/>
        </a:p>
      </dgm:t>
    </dgm:pt>
    <dgm:pt modelId="{E061D5C1-AB79-4164-B0B5-AC1B0452C73D}" type="pres">
      <dgm:prSet presAssocID="{FE4F537B-A836-4DAD-95D8-B2F034886663}" presName="root" presStyleCnt="0">
        <dgm:presLayoutVars>
          <dgm:dir/>
          <dgm:resizeHandles val="exact"/>
        </dgm:presLayoutVars>
      </dgm:prSet>
      <dgm:spPr/>
    </dgm:pt>
    <dgm:pt modelId="{3C3E9A7D-13CC-4A3B-B770-184E8152DFB4}" type="pres">
      <dgm:prSet presAssocID="{2EB37B94-FE0D-4412-9436-349EA16B2C63}" presName="compNode" presStyleCnt="0"/>
      <dgm:spPr/>
    </dgm:pt>
    <dgm:pt modelId="{E541D89F-80A7-460C-BF04-6117851B9B56}" type="pres">
      <dgm:prSet presAssocID="{2EB37B94-FE0D-4412-9436-349EA16B2C63}" presName="bgRect" presStyleLbl="bgShp" presStyleIdx="0" presStyleCnt="3"/>
      <dgm:spPr/>
    </dgm:pt>
    <dgm:pt modelId="{B7A983C3-975F-44CE-8442-252A374EAA63}" type="pres">
      <dgm:prSet presAssocID="{2EB37B94-FE0D-4412-9436-349EA16B2C6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CA19DF-3A3F-4C1D-AE4E-F18D1A553515}" type="pres">
      <dgm:prSet presAssocID="{2EB37B94-FE0D-4412-9436-349EA16B2C63}" presName="spaceRect" presStyleCnt="0"/>
      <dgm:spPr/>
    </dgm:pt>
    <dgm:pt modelId="{E26993E7-0158-4A77-B501-11D5A104C6A0}" type="pres">
      <dgm:prSet presAssocID="{2EB37B94-FE0D-4412-9436-349EA16B2C63}" presName="parTx" presStyleLbl="revTx" presStyleIdx="0" presStyleCnt="3">
        <dgm:presLayoutVars>
          <dgm:chMax val="0"/>
          <dgm:chPref val="0"/>
        </dgm:presLayoutVars>
      </dgm:prSet>
      <dgm:spPr/>
    </dgm:pt>
    <dgm:pt modelId="{2CE9879A-0215-445E-8D32-F14C14914659}" type="pres">
      <dgm:prSet presAssocID="{8287DB3E-A9DC-428C-AB67-437177476D87}" presName="sibTrans" presStyleCnt="0"/>
      <dgm:spPr/>
    </dgm:pt>
    <dgm:pt modelId="{91ED6923-58CD-43B7-8903-50C9795AA4FA}" type="pres">
      <dgm:prSet presAssocID="{9E290C19-3B0B-4903-9E5B-03747D9CF225}" presName="compNode" presStyleCnt="0"/>
      <dgm:spPr/>
    </dgm:pt>
    <dgm:pt modelId="{B036A362-81B0-499D-8A91-BD4DA42EA0E8}" type="pres">
      <dgm:prSet presAssocID="{9E290C19-3B0B-4903-9E5B-03747D9CF225}" presName="bgRect" presStyleLbl="bgShp" presStyleIdx="1" presStyleCnt="3"/>
      <dgm:spPr/>
    </dgm:pt>
    <dgm:pt modelId="{68DC47F0-DAED-4E4E-8D78-78CB5C037C4E}" type="pres">
      <dgm:prSet presAssocID="{9E290C19-3B0B-4903-9E5B-03747D9CF2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3B13FCE-1DE2-4837-AA9A-08699835BA3C}" type="pres">
      <dgm:prSet presAssocID="{9E290C19-3B0B-4903-9E5B-03747D9CF225}" presName="spaceRect" presStyleCnt="0"/>
      <dgm:spPr/>
    </dgm:pt>
    <dgm:pt modelId="{DA67E913-5493-4050-BBD2-CAAE44A00B1B}" type="pres">
      <dgm:prSet presAssocID="{9E290C19-3B0B-4903-9E5B-03747D9CF225}" presName="parTx" presStyleLbl="revTx" presStyleIdx="1" presStyleCnt="3">
        <dgm:presLayoutVars>
          <dgm:chMax val="0"/>
          <dgm:chPref val="0"/>
        </dgm:presLayoutVars>
      </dgm:prSet>
      <dgm:spPr/>
    </dgm:pt>
    <dgm:pt modelId="{82AB0CBB-72A5-492A-A794-0F9A337A6036}" type="pres">
      <dgm:prSet presAssocID="{595C4CFA-FEB6-4398-8BAE-F582CC6AB2F8}" presName="sibTrans" presStyleCnt="0"/>
      <dgm:spPr/>
    </dgm:pt>
    <dgm:pt modelId="{F1A85548-0B5C-4840-8802-3CF936449F32}" type="pres">
      <dgm:prSet presAssocID="{3B333664-AFC7-4F62-BFD2-C5D8BE2EAADA}" presName="compNode" presStyleCnt="0"/>
      <dgm:spPr/>
    </dgm:pt>
    <dgm:pt modelId="{B50AF7A2-DB20-432A-A9DE-0B4E5A9C376C}" type="pres">
      <dgm:prSet presAssocID="{3B333664-AFC7-4F62-BFD2-C5D8BE2EAADA}" presName="bgRect" presStyleLbl="bgShp" presStyleIdx="2" presStyleCnt="3"/>
      <dgm:spPr/>
    </dgm:pt>
    <dgm:pt modelId="{4EBF43E9-C187-4EB4-BC24-7B77A905E52A}" type="pres">
      <dgm:prSet presAssocID="{3B333664-AFC7-4F62-BFD2-C5D8BE2EAAD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8E77D673-4155-4D4D-90CC-9C1DD8C92C2B}" type="pres">
      <dgm:prSet presAssocID="{3B333664-AFC7-4F62-BFD2-C5D8BE2EAADA}" presName="spaceRect" presStyleCnt="0"/>
      <dgm:spPr/>
    </dgm:pt>
    <dgm:pt modelId="{3A05F4EC-D8CE-450A-A40A-FFD9A8D819C8}" type="pres">
      <dgm:prSet presAssocID="{3B333664-AFC7-4F62-BFD2-C5D8BE2EAAD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EBBF86F-F908-41D9-8238-EEA929940FAA}" srcId="{FE4F537B-A836-4DAD-95D8-B2F034886663}" destId="{2EB37B94-FE0D-4412-9436-349EA16B2C63}" srcOrd="0" destOrd="0" parTransId="{DC23CE53-583D-42EF-B33D-9CCA25268784}" sibTransId="{8287DB3E-A9DC-428C-AB67-437177476D87}"/>
    <dgm:cxn modelId="{E5F85150-3036-4D21-8F20-2EE3731E9991}" type="presOf" srcId="{3B333664-AFC7-4F62-BFD2-C5D8BE2EAADA}" destId="{3A05F4EC-D8CE-450A-A40A-FFD9A8D819C8}" srcOrd="0" destOrd="0" presId="urn:microsoft.com/office/officeart/2018/2/layout/IconVerticalSolidList"/>
    <dgm:cxn modelId="{99D69656-A088-45C6-BDDE-C1EC4BC2EBB7}" srcId="{FE4F537B-A836-4DAD-95D8-B2F034886663}" destId="{3B333664-AFC7-4F62-BFD2-C5D8BE2EAADA}" srcOrd="2" destOrd="0" parTransId="{017C508B-A4E2-45A8-BAF9-461261D9CA02}" sibTransId="{F99093B5-B061-4ADD-9186-497EC5E0B585}"/>
    <dgm:cxn modelId="{AC0E8883-81C2-4380-ACDC-15F76DC3ACAA}" srcId="{FE4F537B-A836-4DAD-95D8-B2F034886663}" destId="{9E290C19-3B0B-4903-9E5B-03747D9CF225}" srcOrd="1" destOrd="0" parTransId="{DE26D22B-2DD4-4841-8397-31CC0321F3B7}" sibTransId="{595C4CFA-FEB6-4398-8BAE-F582CC6AB2F8}"/>
    <dgm:cxn modelId="{2594279F-FDEB-4EB0-B164-77CB831B9D16}" type="presOf" srcId="{2EB37B94-FE0D-4412-9436-349EA16B2C63}" destId="{E26993E7-0158-4A77-B501-11D5A104C6A0}" srcOrd="0" destOrd="0" presId="urn:microsoft.com/office/officeart/2018/2/layout/IconVerticalSolidList"/>
    <dgm:cxn modelId="{F0D89DDD-DD76-4A52-A450-EE92BBEC4622}" type="presOf" srcId="{9E290C19-3B0B-4903-9E5B-03747D9CF225}" destId="{DA67E913-5493-4050-BBD2-CAAE44A00B1B}" srcOrd="0" destOrd="0" presId="urn:microsoft.com/office/officeart/2018/2/layout/IconVerticalSolidList"/>
    <dgm:cxn modelId="{DC657BFC-4D3D-4F9D-AF2D-E0906229CF90}" type="presOf" srcId="{FE4F537B-A836-4DAD-95D8-B2F034886663}" destId="{E061D5C1-AB79-4164-B0B5-AC1B0452C73D}" srcOrd="0" destOrd="0" presId="urn:microsoft.com/office/officeart/2018/2/layout/IconVerticalSolidList"/>
    <dgm:cxn modelId="{94B2895E-FCF2-48F4-B0E4-99550CF53951}" type="presParOf" srcId="{E061D5C1-AB79-4164-B0B5-AC1B0452C73D}" destId="{3C3E9A7D-13CC-4A3B-B770-184E8152DFB4}" srcOrd="0" destOrd="0" presId="urn:microsoft.com/office/officeart/2018/2/layout/IconVerticalSolidList"/>
    <dgm:cxn modelId="{31287F43-1B3C-42FD-BE0D-D4BDA7CA9EAA}" type="presParOf" srcId="{3C3E9A7D-13CC-4A3B-B770-184E8152DFB4}" destId="{E541D89F-80A7-460C-BF04-6117851B9B56}" srcOrd="0" destOrd="0" presId="urn:microsoft.com/office/officeart/2018/2/layout/IconVerticalSolidList"/>
    <dgm:cxn modelId="{E27744C3-C615-498D-A3C1-C105921CE2B9}" type="presParOf" srcId="{3C3E9A7D-13CC-4A3B-B770-184E8152DFB4}" destId="{B7A983C3-975F-44CE-8442-252A374EAA63}" srcOrd="1" destOrd="0" presId="urn:microsoft.com/office/officeart/2018/2/layout/IconVerticalSolidList"/>
    <dgm:cxn modelId="{362F8663-2165-4C9F-895B-A3BEE678765C}" type="presParOf" srcId="{3C3E9A7D-13CC-4A3B-B770-184E8152DFB4}" destId="{17CA19DF-3A3F-4C1D-AE4E-F18D1A553515}" srcOrd="2" destOrd="0" presId="urn:microsoft.com/office/officeart/2018/2/layout/IconVerticalSolidList"/>
    <dgm:cxn modelId="{137E4AE2-F710-4DD7-98EF-C33849897530}" type="presParOf" srcId="{3C3E9A7D-13CC-4A3B-B770-184E8152DFB4}" destId="{E26993E7-0158-4A77-B501-11D5A104C6A0}" srcOrd="3" destOrd="0" presId="urn:microsoft.com/office/officeart/2018/2/layout/IconVerticalSolidList"/>
    <dgm:cxn modelId="{9AE11C61-30EB-438C-9B60-C71B3A625F9A}" type="presParOf" srcId="{E061D5C1-AB79-4164-B0B5-AC1B0452C73D}" destId="{2CE9879A-0215-445E-8D32-F14C14914659}" srcOrd="1" destOrd="0" presId="urn:microsoft.com/office/officeart/2018/2/layout/IconVerticalSolidList"/>
    <dgm:cxn modelId="{781F1714-98CD-4FFB-8C27-C8D90D4F9303}" type="presParOf" srcId="{E061D5C1-AB79-4164-B0B5-AC1B0452C73D}" destId="{91ED6923-58CD-43B7-8903-50C9795AA4FA}" srcOrd="2" destOrd="0" presId="urn:microsoft.com/office/officeart/2018/2/layout/IconVerticalSolidList"/>
    <dgm:cxn modelId="{47E8D176-90CB-4FDA-9CCC-50291E75E889}" type="presParOf" srcId="{91ED6923-58CD-43B7-8903-50C9795AA4FA}" destId="{B036A362-81B0-499D-8A91-BD4DA42EA0E8}" srcOrd="0" destOrd="0" presId="urn:microsoft.com/office/officeart/2018/2/layout/IconVerticalSolidList"/>
    <dgm:cxn modelId="{C72F202A-5977-45D1-9531-E958876E6B1D}" type="presParOf" srcId="{91ED6923-58CD-43B7-8903-50C9795AA4FA}" destId="{68DC47F0-DAED-4E4E-8D78-78CB5C037C4E}" srcOrd="1" destOrd="0" presId="urn:microsoft.com/office/officeart/2018/2/layout/IconVerticalSolidList"/>
    <dgm:cxn modelId="{160C868D-4BA1-4018-9539-3B8A8CB3D209}" type="presParOf" srcId="{91ED6923-58CD-43B7-8903-50C9795AA4FA}" destId="{93B13FCE-1DE2-4837-AA9A-08699835BA3C}" srcOrd="2" destOrd="0" presId="urn:microsoft.com/office/officeart/2018/2/layout/IconVerticalSolidList"/>
    <dgm:cxn modelId="{686D6289-E106-47E8-A9E8-AAC48AF40C25}" type="presParOf" srcId="{91ED6923-58CD-43B7-8903-50C9795AA4FA}" destId="{DA67E913-5493-4050-BBD2-CAAE44A00B1B}" srcOrd="3" destOrd="0" presId="urn:microsoft.com/office/officeart/2018/2/layout/IconVerticalSolidList"/>
    <dgm:cxn modelId="{10C5D8DA-4E34-49CD-9791-F85EC6922816}" type="presParOf" srcId="{E061D5C1-AB79-4164-B0B5-AC1B0452C73D}" destId="{82AB0CBB-72A5-492A-A794-0F9A337A6036}" srcOrd="3" destOrd="0" presId="urn:microsoft.com/office/officeart/2018/2/layout/IconVerticalSolidList"/>
    <dgm:cxn modelId="{32A87590-E940-4A0E-AABA-3F50EEE90440}" type="presParOf" srcId="{E061D5C1-AB79-4164-B0B5-AC1B0452C73D}" destId="{F1A85548-0B5C-4840-8802-3CF936449F32}" srcOrd="4" destOrd="0" presId="urn:microsoft.com/office/officeart/2018/2/layout/IconVerticalSolidList"/>
    <dgm:cxn modelId="{B15E46AB-AF42-4639-8392-4A224C182D69}" type="presParOf" srcId="{F1A85548-0B5C-4840-8802-3CF936449F32}" destId="{B50AF7A2-DB20-432A-A9DE-0B4E5A9C376C}" srcOrd="0" destOrd="0" presId="urn:microsoft.com/office/officeart/2018/2/layout/IconVerticalSolidList"/>
    <dgm:cxn modelId="{55E403C9-0C41-4F01-8F24-45959245AB25}" type="presParOf" srcId="{F1A85548-0B5C-4840-8802-3CF936449F32}" destId="{4EBF43E9-C187-4EB4-BC24-7B77A905E52A}" srcOrd="1" destOrd="0" presId="urn:microsoft.com/office/officeart/2018/2/layout/IconVerticalSolidList"/>
    <dgm:cxn modelId="{C6419768-C496-4F5E-8CBD-AA2F548B5D2B}" type="presParOf" srcId="{F1A85548-0B5C-4840-8802-3CF936449F32}" destId="{8E77D673-4155-4D4D-90CC-9C1DD8C92C2B}" srcOrd="2" destOrd="0" presId="urn:microsoft.com/office/officeart/2018/2/layout/IconVerticalSolidList"/>
    <dgm:cxn modelId="{81F80DE1-0CA4-4776-81F3-11BC83B208A3}" type="presParOf" srcId="{F1A85548-0B5C-4840-8802-3CF936449F32}" destId="{3A05F4EC-D8CE-450A-A40A-FFD9A8D819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7BB9048-B973-4AA3-B3D2-B8E5C2CEC61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91E0B0-FFBD-411D-AC90-B97C1505C9AC}">
      <dgm:prSet/>
      <dgm:spPr/>
      <dgm:t>
        <a:bodyPr/>
        <a:lstStyle/>
        <a:p>
          <a:r>
            <a:rPr lang="en-US"/>
            <a:t>• Remove null or duplicate values</a:t>
          </a:r>
        </a:p>
      </dgm:t>
    </dgm:pt>
    <dgm:pt modelId="{1BEC1A59-B2C9-4A42-A05C-5B03A3E15268}" type="parTrans" cxnId="{D2ECCBF3-1F23-4C0B-A021-8FF519F65C8D}">
      <dgm:prSet/>
      <dgm:spPr/>
      <dgm:t>
        <a:bodyPr/>
        <a:lstStyle/>
        <a:p>
          <a:endParaRPr lang="en-US"/>
        </a:p>
      </dgm:t>
    </dgm:pt>
    <dgm:pt modelId="{4B66C4FE-F3F7-4CB7-A5F3-620DC9DA6D2B}" type="sibTrans" cxnId="{D2ECCBF3-1F23-4C0B-A021-8FF519F65C8D}">
      <dgm:prSet/>
      <dgm:spPr/>
      <dgm:t>
        <a:bodyPr/>
        <a:lstStyle/>
        <a:p>
          <a:endParaRPr lang="en-US"/>
        </a:p>
      </dgm:t>
    </dgm:pt>
    <dgm:pt modelId="{AABFA00E-3DC6-46E8-AA9E-49B8762B3F4B}">
      <dgm:prSet/>
      <dgm:spPr/>
      <dgm:t>
        <a:bodyPr/>
        <a:lstStyle/>
        <a:p>
          <a:r>
            <a:rPr lang="en-US"/>
            <a:t>• Format date and time columns</a:t>
          </a:r>
        </a:p>
      </dgm:t>
    </dgm:pt>
    <dgm:pt modelId="{28485092-480C-48F4-8CDB-DE8140FD98C6}" type="parTrans" cxnId="{E3A91CD7-09DC-4242-98CA-81F732DC0391}">
      <dgm:prSet/>
      <dgm:spPr/>
      <dgm:t>
        <a:bodyPr/>
        <a:lstStyle/>
        <a:p>
          <a:endParaRPr lang="en-US"/>
        </a:p>
      </dgm:t>
    </dgm:pt>
    <dgm:pt modelId="{D701500D-0EAE-4B3C-8CE7-BC606229D1D3}" type="sibTrans" cxnId="{E3A91CD7-09DC-4242-98CA-81F732DC0391}">
      <dgm:prSet/>
      <dgm:spPr/>
      <dgm:t>
        <a:bodyPr/>
        <a:lstStyle/>
        <a:p>
          <a:endParaRPr lang="en-US"/>
        </a:p>
      </dgm:t>
    </dgm:pt>
    <dgm:pt modelId="{15242BBC-1492-4709-8B93-774DEAA1CCC2}">
      <dgm:prSet/>
      <dgm:spPr/>
      <dgm:t>
        <a:bodyPr/>
        <a:lstStyle/>
        <a:p>
          <a:r>
            <a:rPr lang="en-US"/>
            <a:t>• Extract features like hour, day, month from date</a:t>
          </a:r>
        </a:p>
      </dgm:t>
    </dgm:pt>
    <dgm:pt modelId="{BE5F396D-B9C5-4BCC-829D-A490C502A503}" type="parTrans" cxnId="{4559095B-AF6C-4119-A67A-2038D15DDF43}">
      <dgm:prSet/>
      <dgm:spPr/>
      <dgm:t>
        <a:bodyPr/>
        <a:lstStyle/>
        <a:p>
          <a:endParaRPr lang="en-US"/>
        </a:p>
      </dgm:t>
    </dgm:pt>
    <dgm:pt modelId="{1D936291-E4BF-4B3D-9898-93A4CA48E692}" type="sibTrans" cxnId="{4559095B-AF6C-4119-A67A-2038D15DDF43}">
      <dgm:prSet/>
      <dgm:spPr/>
      <dgm:t>
        <a:bodyPr/>
        <a:lstStyle/>
        <a:p>
          <a:endParaRPr lang="en-US"/>
        </a:p>
      </dgm:t>
    </dgm:pt>
    <dgm:pt modelId="{264506AA-FD1D-4FD0-8175-78728485C55A}" type="pres">
      <dgm:prSet presAssocID="{D7BB9048-B973-4AA3-B3D2-B8E5C2CEC61F}" presName="linear" presStyleCnt="0">
        <dgm:presLayoutVars>
          <dgm:animLvl val="lvl"/>
          <dgm:resizeHandles val="exact"/>
        </dgm:presLayoutVars>
      </dgm:prSet>
      <dgm:spPr/>
    </dgm:pt>
    <dgm:pt modelId="{98B52FC5-4667-48DA-960C-39F851DD4DE9}" type="pres">
      <dgm:prSet presAssocID="{E691E0B0-FFBD-411D-AC90-B97C1505C9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C51474-A825-48D0-9874-DBE1D52CB322}" type="pres">
      <dgm:prSet presAssocID="{4B66C4FE-F3F7-4CB7-A5F3-620DC9DA6D2B}" presName="spacer" presStyleCnt="0"/>
      <dgm:spPr/>
    </dgm:pt>
    <dgm:pt modelId="{66F30ED6-76F9-4A46-B0F5-7178E857F19E}" type="pres">
      <dgm:prSet presAssocID="{AABFA00E-3DC6-46E8-AA9E-49B8762B3F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33C1A3-1BF5-4F34-A8AF-DE4B65A93DB5}" type="pres">
      <dgm:prSet presAssocID="{D701500D-0EAE-4B3C-8CE7-BC606229D1D3}" presName="spacer" presStyleCnt="0"/>
      <dgm:spPr/>
    </dgm:pt>
    <dgm:pt modelId="{AC161233-E298-4A3A-A683-6AAA7DC80F6C}" type="pres">
      <dgm:prSet presAssocID="{15242BBC-1492-4709-8B93-774DEAA1CCC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BAAF26-0E0F-4F25-B384-A6E0BBF53D72}" type="presOf" srcId="{E691E0B0-FFBD-411D-AC90-B97C1505C9AC}" destId="{98B52FC5-4667-48DA-960C-39F851DD4DE9}" srcOrd="0" destOrd="0" presId="urn:microsoft.com/office/officeart/2005/8/layout/vList2"/>
    <dgm:cxn modelId="{4559095B-AF6C-4119-A67A-2038D15DDF43}" srcId="{D7BB9048-B973-4AA3-B3D2-B8E5C2CEC61F}" destId="{15242BBC-1492-4709-8B93-774DEAA1CCC2}" srcOrd="2" destOrd="0" parTransId="{BE5F396D-B9C5-4BCC-829D-A490C502A503}" sibTransId="{1D936291-E4BF-4B3D-9898-93A4CA48E692}"/>
    <dgm:cxn modelId="{BAECA58B-D749-4BC5-AA08-DE9FCA759AEC}" type="presOf" srcId="{AABFA00E-3DC6-46E8-AA9E-49B8762B3F4B}" destId="{66F30ED6-76F9-4A46-B0F5-7178E857F19E}" srcOrd="0" destOrd="0" presId="urn:microsoft.com/office/officeart/2005/8/layout/vList2"/>
    <dgm:cxn modelId="{0AD9B2A4-029E-4C6D-B632-F0EB1B817727}" type="presOf" srcId="{15242BBC-1492-4709-8B93-774DEAA1CCC2}" destId="{AC161233-E298-4A3A-A683-6AAA7DC80F6C}" srcOrd="0" destOrd="0" presId="urn:microsoft.com/office/officeart/2005/8/layout/vList2"/>
    <dgm:cxn modelId="{04FFEFC9-1374-44CF-9DF6-810932969A35}" type="presOf" srcId="{D7BB9048-B973-4AA3-B3D2-B8E5C2CEC61F}" destId="{264506AA-FD1D-4FD0-8175-78728485C55A}" srcOrd="0" destOrd="0" presId="urn:microsoft.com/office/officeart/2005/8/layout/vList2"/>
    <dgm:cxn modelId="{E3A91CD7-09DC-4242-98CA-81F732DC0391}" srcId="{D7BB9048-B973-4AA3-B3D2-B8E5C2CEC61F}" destId="{AABFA00E-3DC6-46E8-AA9E-49B8762B3F4B}" srcOrd="1" destOrd="0" parTransId="{28485092-480C-48F4-8CDB-DE8140FD98C6}" sibTransId="{D701500D-0EAE-4B3C-8CE7-BC606229D1D3}"/>
    <dgm:cxn modelId="{D2ECCBF3-1F23-4C0B-A021-8FF519F65C8D}" srcId="{D7BB9048-B973-4AA3-B3D2-B8E5C2CEC61F}" destId="{E691E0B0-FFBD-411D-AC90-B97C1505C9AC}" srcOrd="0" destOrd="0" parTransId="{1BEC1A59-B2C9-4A42-A05C-5B03A3E15268}" sibTransId="{4B66C4FE-F3F7-4CB7-A5F3-620DC9DA6D2B}"/>
    <dgm:cxn modelId="{96673B35-A373-41F5-AA04-B53B1C87C956}" type="presParOf" srcId="{264506AA-FD1D-4FD0-8175-78728485C55A}" destId="{98B52FC5-4667-48DA-960C-39F851DD4DE9}" srcOrd="0" destOrd="0" presId="urn:microsoft.com/office/officeart/2005/8/layout/vList2"/>
    <dgm:cxn modelId="{533BDE62-A0DE-4149-8997-F52E4FDC457A}" type="presParOf" srcId="{264506AA-FD1D-4FD0-8175-78728485C55A}" destId="{CFC51474-A825-48D0-9874-DBE1D52CB322}" srcOrd="1" destOrd="0" presId="urn:microsoft.com/office/officeart/2005/8/layout/vList2"/>
    <dgm:cxn modelId="{1C96C44D-A481-4561-91AA-92649084A4D3}" type="presParOf" srcId="{264506AA-FD1D-4FD0-8175-78728485C55A}" destId="{66F30ED6-76F9-4A46-B0F5-7178E857F19E}" srcOrd="2" destOrd="0" presId="urn:microsoft.com/office/officeart/2005/8/layout/vList2"/>
    <dgm:cxn modelId="{2C5215D6-1EC2-46C2-8F14-230C2E4C7407}" type="presParOf" srcId="{264506AA-FD1D-4FD0-8175-78728485C55A}" destId="{3133C1A3-1BF5-4F34-A8AF-DE4B65A93DB5}" srcOrd="3" destOrd="0" presId="urn:microsoft.com/office/officeart/2005/8/layout/vList2"/>
    <dgm:cxn modelId="{8F8BFCEB-4D00-4B90-9577-57650CADE202}" type="presParOf" srcId="{264506AA-FD1D-4FD0-8175-78728485C55A}" destId="{AC161233-E298-4A3A-A683-6AAA7DC80F6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644F0B-0858-4622-AD11-899D81D1257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923D076-310D-42C6-A09A-A9C9A9A5737B}">
      <dgm:prSet/>
      <dgm:spPr/>
      <dgm:t>
        <a:bodyPr/>
        <a:lstStyle/>
        <a:p>
          <a:r>
            <a:rPr lang="en-US"/>
            <a:t>• Convert categorical data into numeric using OneHotEncoding</a:t>
          </a:r>
        </a:p>
      </dgm:t>
    </dgm:pt>
    <dgm:pt modelId="{FA8F69E9-F1E5-43CC-BB06-E8E399EB5C8D}" type="parTrans" cxnId="{02DA0188-BCAA-44F3-B63D-6D9039D68CE8}">
      <dgm:prSet/>
      <dgm:spPr/>
      <dgm:t>
        <a:bodyPr/>
        <a:lstStyle/>
        <a:p>
          <a:endParaRPr lang="en-US"/>
        </a:p>
      </dgm:t>
    </dgm:pt>
    <dgm:pt modelId="{F7E8B4DB-A994-4802-9DBB-CFF607E90703}" type="sibTrans" cxnId="{02DA0188-BCAA-44F3-B63D-6D9039D68CE8}">
      <dgm:prSet/>
      <dgm:spPr/>
      <dgm:t>
        <a:bodyPr/>
        <a:lstStyle/>
        <a:p>
          <a:endParaRPr lang="en-US"/>
        </a:p>
      </dgm:t>
    </dgm:pt>
    <dgm:pt modelId="{70AF92C3-40BD-470F-90D4-9B01FE8FE5D3}">
      <dgm:prSet/>
      <dgm:spPr/>
      <dgm:t>
        <a:bodyPr/>
        <a:lstStyle/>
        <a:p>
          <a:r>
            <a:rPr lang="en-US"/>
            <a:t>• Create new features like ‘Journey Day’ or ‘Airline Type’</a:t>
          </a:r>
        </a:p>
      </dgm:t>
    </dgm:pt>
    <dgm:pt modelId="{B07A6935-3867-4D87-B65E-D6ACD74FAD12}" type="parTrans" cxnId="{9B7E06A9-13BD-4AF7-939C-C513BBC7CADA}">
      <dgm:prSet/>
      <dgm:spPr/>
      <dgm:t>
        <a:bodyPr/>
        <a:lstStyle/>
        <a:p>
          <a:endParaRPr lang="en-US"/>
        </a:p>
      </dgm:t>
    </dgm:pt>
    <dgm:pt modelId="{AF0F0606-D23D-4E84-87CB-35B2D5557772}" type="sibTrans" cxnId="{9B7E06A9-13BD-4AF7-939C-C513BBC7CADA}">
      <dgm:prSet/>
      <dgm:spPr/>
      <dgm:t>
        <a:bodyPr/>
        <a:lstStyle/>
        <a:p>
          <a:endParaRPr lang="en-US"/>
        </a:p>
      </dgm:t>
    </dgm:pt>
    <dgm:pt modelId="{767227F6-8531-406D-837A-777772CD7E84}">
      <dgm:prSet/>
      <dgm:spPr/>
      <dgm:t>
        <a:bodyPr/>
        <a:lstStyle/>
        <a:p>
          <a:r>
            <a:rPr lang="en-US"/>
            <a:t>• Scale data if required</a:t>
          </a:r>
        </a:p>
      </dgm:t>
    </dgm:pt>
    <dgm:pt modelId="{489B5F21-A93C-49DA-B29A-BF6703BDAEE7}" type="parTrans" cxnId="{D6895481-A8DF-417E-A0FD-9D1743C6A674}">
      <dgm:prSet/>
      <dgm:spPr/>
      <dgm:t>
        <a:bodyPr/>
        <a:lstStyle/>
        <a:p>
          <a:endParaRPr lang="en-US"/>
        </a:p>
      </dgm:t>
    </dgm:pt>
    <dgm:pt modelId="{3D9211F3-D2D1-427F-8920-BC2F6809A6E4}" type="sibTrans" cxnId="{D6895481-A8DF-417E-A0FD-9D1743C6A674}">
      <dgm:prSet/>
      <dgm:spPr/>
      <dgm:t>
        <a:bodyPr/>
        <a:lstStyle/>
        <a:p>
          <a:endParaRPr lang="en-US"/>
        </a:p>
      </dgm:t>
    </dgm:pt>
    <dgm:pt modelId="{48B08855-F485-467B-8435-4F153E8B83FF}" type="pres">
      <dgm:prSet presAssocID="{27644F0B-0858-4622-AD11-899D81D12572}" presName="linear" presStyleCnt="0">
        <dgm:presLayoutVars>
          <dgm:animLvl val="lvl"/>
          <dgm:resizeHandles val="exact"/>
        </dgm:presLayoutVars>
      </dgm:prSet>
      <dgm:spPr/>
    </dgm:pt>
    <dgm:pt modelId="{C9381FEF-2FF4-4C30-A627-6DC1635B51F3}" type="pres">
      <dgm:prSet presAssocID="{D923D076-310D-42C6-A09A-A9C9A9A5737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2D3F22-B8D0-4F9D-BF58-2D5B9112CD6E}" type="pres">
      <dgm:prSet presAssocID="{F7E8B4DB-A994-4802-9DBB-CFF607E90703}" presName="spacer" presStyleCnt="0"/>
      <dgm:spPr/>
    </dgm:pt>
    <dgm:pt modelId="{585A89D0-7CDC-4304-9B6B-86A3D686B30C}" type="pres">
      <dgm:prSet presAssocID="{70AF92C3-40BD-470F-90D4-9B01FE8FE5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AEFF5D-E4E6-4710-B82A-8A4369612272}" type="pres">
      <dgm:prSet presAssocID="{AF0F0606-D23D-4E84-87CB-35B2D5557772}" presName="spacer" presStyleCnt="0"/>
      <dgm:spPr/>
    </dgm:pt>
    <dgm:pt modelId="{E379505C-FA69-4628-98F2-75F799F80034}" type="pres">
      <dgm:prSet presAssocID="{767227F6-8531-406D-837A-777772CD7E8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980646-9DFD-40F6-B12E-1A21F77EA5DE}" type="presOf" srcId="{767227F6-8531-406D-837A-777772CD7E84}" destId="{E379505C-FA69-4628-98F2-75F799F80034}" srcOrd="0" destOrd="0" presId="urn:microsoft.com/office/officeart/2005/8/layout/vList2"/>
    <dgm:cxn modelId="{5D39F75A-0B9E-46FA-8364-7B7D26000CFA}" type="presOf" srcId="{27644F0B-0858-4622-AD11-899D81D12572}" destId="{48B08855-F485-467B-8435-4F153E8B83FF}" srcOrd="0" destOrd="0" presId="urn:microsoft.com/office/officeart/2005/8/layout/vList2"/>
    <dgm:cxn modelId="{D6895481-A8DF-417E-A0FD-9D1743C6A674}" srcId="{27644F0B-0858-4622-AD11-899D81D12572}" destId="{767227F6-8531-406D-837A-777772CD7E84}" srcOrd="2" destOrd="0" parTransId="{489B5F21-A93C-49DA-B29A-BF6703BDAEE7}" sibTransId="{3D9211F3-D2D1-427F-8920-BC2F6809A6E4}"/>
    <dgm:cxn modelId="{02DA0188-BCAA-44F3-B63D-6D9039D68CE8}" srcId="{27644F0B-0858-4622-AD11-899D81D12572}" destId="{D923D076-310D-42C6-A09A-A9C9A9A5737B}" srcOrd="0" destOrd="0" parTransId="{FA8F69E9-F1E5-43CC-BB06-E8E399EB5C8D}" sibTransId="{F7E8B4DB-A994-4802-9DBB-CFF607E90703}"/>
    <dgm:cxn modelId="{9B7E06A9-13BD-4AF7-939C-C513BBC7CADA}" srcId="{27644F0B-0858-4622-AD11-899D81D12572}" destId="{70AF92C3-40BD-470F-90D4-9B01FE8FE5D3}" srcOrd="1" destOrd="0" parTransId="{B07A6935-3867-4D87-B65E-D6ACD74FAD12}" sibTransId="{AF0F0606-D23D-4E84-87CB-35B2D5557772}"/>
    <dgm:cxn modelId="{D3C5E5BB-15CA-4463-89DC-A12EAD5BFF22}" type="presOf" srcId="{70AF92C3-40BD-470F-90D4-9B01FE8FE5D3}" destId="{585A89D0-7CDC-4304-9B6B-86A3D686B30C}" srcOrd="0" destOrd="0" presId="urn:microsoft.com/office/officeart/2005/8/layout/vList2"/>
    <dgm:cxn modelId="{5448EBD6-F265-4773-B73F-4105BD5BEB2C}" type="presOf" srcId="{D923D076-310D-42C6-A09A-A9C9A9A5737B}" destId="{C9381FEF-2FF4-4C30-A627-6DC1635B51F3}" srcOrd="0" destOrd="0" presId="urn:microsoft.com/office/officeart/2005/8/layout/vList2"/>
    <dgm:cxn modelId="{097C8D93-FDF1-44DD-BFD7-0BB3E833F7F8}" type="presParOf" srcId="{48B08855-F485-467B-8435-4F153E8B83FF}" destId="{C9381FEF-2FF4-4C30-A627-6DC1635B51F3}" srcOrd="0" destOrd="0" presId="urn:microsoft.com/office/officeart/2005/8/layout/vList2"/>
    <dgm:cxn modelId="{46E68F10-4C40-40D6-A55D-0AA632C40B8A}" type="presParOf" srcId="{48B08855-F485-467B-8435-4F153E8B83FF}" destId="{C42D3F22-B8D0-4F9D-BF58-2D5B9112CD6E}" srcOrd="1" destOrd="0" presId="urn:microsoft.com/office/officeart/2005/8/layout/vList2"/>
    <dgm:cxn modelId="{91F0B41D-A5E2-4261-AABF-89D6842F469F}" type="presParOf" srcId="{48B08855-F485-467B-8435-4F153E8B83FF}" destId="{585A89D0-7CDC-4304-9B6B-86A3D686B30C}" srcOrd="2" destOrd="0" presId="urn:microsoft.com/office/officeart/2005/8/layout/vList2"/>
    <dgm:cxn modelId="{A161C00C-036C-4D6D-BEC3-C38491A0FE71}" type="presParOf" srcId="{48B08855-F485-467B-8435-4F153E8B83FF}" destId="{E7AEFF5D-E4E6-4710-B82A-8A4369612272}" srcOrd="3" destOrd="0" presId="urn:microsoft.com/office/officeart/2005/8/layout/vList2"/>
    <dgm:cxn modelId="{3A9AE9A4-24C2-43A3-BD72-ED29E42E3FAF}" type="presParOf" srcId="{48B08855-F485-467B-8435-4F153E8B83FF}" destId="{E379505C-FA69-4628-98F2-75F799F800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E81F750-30D9-4770-A193-AA5F47F5B07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FFBDCE-197C-4B6A-8CE7-0C7E9EA3C137}">
      <dgm:prSet/>
      <dgm:spPr/>
      <dgm:t>
        <a:bodyPr/>
        <a:lstStyle/>
        <a:p>
          <a:r>
            <a:rPr lang="en-US"/>
            <a:t>• Dataset divided into training and testing sets (e.g., 80%-20%)</a:t>
          </a:r>
        </a:p>
      </dgm:t>
    </dgm:pt>
    <dgm:pt modelId="{A6865165-A8F3-4282-B157-E474193FED24}" type="parTrans" cxnId="{ECC2E700-F83D-4A8F-9B84-2C41B862795C}">
      <dgm:prSet/>
      <dgm:spPr/>
      <dgm:t>
        <a:bodyPr/>
        <a:lstStyle/>
        <a:p>
          <a:endParaRPr lang="en-US"/>
        </a:p>
      </dgm:t>
    </dgm:pt>
    <dgm:pt modelId="{737C94A2-409E-42C7-AD3D-0AAA39193EB8}" type="sibTrans" cxnId="{ECC2E700-F83D-4A8F-9B84-2C41B862795C}">
      <dgm:prSet/>
      <dgm:spPr/>
      <dgm:t>
        <a:bodyPr/>
        <a:lstStyle/>
        <a:p>
          <a:endParaRPr lang="en-US"/>
        </a:p>
      </dgm:t>
    </dgm:pt>
    <dgm:pt modelId="{FC2213DF-B298-4222-A848-0058996C51A9}">
      <dgm:prSet/>
      <dgm:spPr/>
      <dgm:t>
        <a:bodyPr/>
        <a:lstStyle/>
        <a:p>
          <a:r>
            <a:rPr lang="en-US"/>
            <a:t>• Ensures fair model evaluation</a:t>
          </a:r>
        </a:p>
      </dgm:t>
    </dgm:pt>
    <dgm:pt modelId="{94CFD641-F688-4FED-B933-3CFD3EDB4817}" type="parTrans" cxnId="{A1DC475F-2E2B-4128-84E3-1881EF651D07}">
      <dgm:prSet/>
      <dgm:spPr/>
      <dgm:t>
        <a:bodyPr/>
        <a:lstStyle/>
        <a:p>
          <a:endParaRPr lang="en-US"/>
        </a:p>
      </dgm:t>
    </dgm:pt>
    <dgm:pt modelId="{8BAF68DB-57A6-43A4-BF0B-E659F80CFADE}" type="sibTrans" cxnId="{A1DC475F-2E2B-4128-84E3-1881EF651D07}">
      <dgm:prSet/>
      <dgm:spPr/>
      <dgm:t>
        <a:bodyPr/>
        <a:lstStyle/>
        <a:p>
          <a:endParaRPr lang="en-US"/>
        </a:p>
      </dgm:t>
    </dgm:pt>
    <dgm:pt modelId="{26E467B9-A298-4486-9C6A-0C3D8CF16534}" type="pres">
      <dgm:prSet presAssocID="{AE81F750-30D9-4770-A193-AA5F47F5B0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3818CE1-FCFE-42E9-9B92-945B05D8B113}" type="pres">
      <dgm:prSet presAssocID="{71FFBDCE-197C-4B6A-8CE7-0C7E9EA3C137}" presName="hierRoot1" presStyleCnt="0"/>
      <dgm:spPr/>
    </dgm:pt>
    <dgm:pt modelId="{971C28D1-F186-4446-909E-DA594563E746}" type="pres">
      <dgm:prSet presAssocID="{71FFBDCE-197C-4B6A-8CE7-0C7E9EA3C137}" presName="composite" presStyleCnt="0"/>
      <dgm:spPr/>
    </dgm:pt>
    <dgm:pt modelId="{272F76A2-6695-4CEA-9B2D-9B410218282E}" type="pres">
      <dgm:prSet presAssocID="{71FFBDCE-197C-4B6A-8CE7-0C7E9EA3C137}" presName="background" presStyleLbl="node0" presStyleIdx="0" presStyleCnt="2"/>
      <dgm:spPr/>
    </dgm:pt>
    <dgm:pt modelId="{DFEF0861-F0C3-47DC-BF30-E0C856E2D527}" type="pres">
      <dgm:prSet presAssocID="{71FFBDCE-197C-4B6A-8CE7-0C7E9EA3C137}" presName="text" presStyleLbl="fgAcc0" presStyleIdx="0" presStyleCnt="2">
        <dgm:presLayoutVars>
          <dgm:chPref val="3"/>
        </dgm:presLayoutVars>
      </dgm:prSet>
      <dgm:spPr/>
    </dgm:pt>
    <dgm:pt modelId="{9409C40F-A26A-41DC-9308-407D6FE88D30}" type="pres">
      <dgm:prSet presAssocID="{71FFBDCE-197C-4B6A-8CE7-0C7E9EA3C137}" presName="hierChild2" presStyleCnt="0"/>
      <dgm:spPr/>
    </dgm:pt>
    <dgm:pt modelId="{CE5C2978-3DB7-4206-8CC6-B6053F819AEF}" type="pres">
      <dgm:prSet presAssocID="{FC2213DF-B298-4222-A848-0058996C51A9}" presName="hierRoot1" presStyleCnt="0"/>
      <dgm:spPr/>
    </dgm:pt>
    <dgm:pt modelId="{547588ED-82B3-4CEA-BFF3-8FA98A4BF05B}" type="pres">
      <dgm:prSet presAssocID="{FC2213DF-B298-4222-A848-0058996C51A9}" presName="composite" presStyleCnt="0"/>
      <dgm:spPr/>
    </dgm:pt>
    <dgm:pt modelId="{8599A90E-1B5B-447C-BB46-11B344EA9D59}" type="pres">
      <dgm:prSet presAssocID="{FC2213DF-B298-4222-A848-0058996C51A9}" presName="background" presStyleLbl="node0" presStyleIdx="1" presStyleCnt="2"/>
      <dgm:spPr/>
    </dgm:pt>
    <dgm:pt modelId="{9F3217CC-2060-4C79-BCF0-2D7C7AEEE975}" type="pres">
      <dgm:prSet presAssocID="{FC2213DF-B298-4222-A848-0058996C51A9}" presName="text" presStyleLbl="fgAcc0" presStyleIdx="1" presStyleCnt="2">
        <dgm:presLayoutVars>
          <dgm:chPref val="3"/>
        </dgm:presLayoutVars>
      </dgm:prSet>
      <dgm:spPr/>
    </dgm:pt>
    <dgm:pt modelId="{8274E980-88F4-4416-A67E-24B4D2AB9F9E}" type="pres">
      <dgm:prSet presAssocID="{FC2213DF-B298-4222-A848-0058996C51A9}" presName="hierChild2" presStyleCnt="0"/>
      <dgm:spPr/>
    </dgm:pt>
  </dgm:ptLst>
  <dgm:cxnLst>
    <dgm:cxn modelId="{ECC2E700-F83D-4A8F-9B84-2C41B862795C}" srcId="{AE81F750-30D9-4770-A193-AA5F47F5B079}" destId="{71FFBDCE-197C-4B6A-8CE7-0C7E9EA3C137}" srcOrd="0" destOrd="0" parTransId="{A6865165-A8F3-4282-B157-E474193FED24}" sibTransId="{737C94A2-409E-42C7-AD3D-0AAA39193EB8}"/>
    <dgm:cxn modelId="{AC2B6527-91A2-4A80-9B30-74139EEB0620}" type="presOf" srcId="{71FFBDCE-197C-4B6A-8CE7-0C7E9EA3C137}" destId="{DFEF0861-F0C3-47DC-BF30-E0C856E2D527}" srcOrd="0" destOrd="0" presId="urn:microsoft.com/office/officeart/2005/8/layout/hierarchy1"/>
    <dgm:cxn modelId="{CD918C3E-EB24-4D4F-94B7-007570B942A4}" type="presOf" srcId="{FC2213DF-B298-4222-A848-0058996C51A9}" destId="{9F3217CC-2060-4C79-BCF0-2D7C7AEEE975}" srcOrd="0" destOrd="0" presId="urn:microsoft.com/office/officeart/2005/8/layout/hierarchy1"/>
    <dgm:cxn modelId="{A1DC475F-2E2B-4128-84E3-1881EF651D07}" srcId="{AE81F750-30D9-4770-A193-AA5F47F5B079}" destId="{FC2213DF-B298-4222-A848-0058996C51A9}" srcOrd="1" destOrd="0" parTransId="{94CFD641-F688-4FED-B933-3CFD3EDB4817}" sibTransId="{8BAF68DB-57A6-43A4-BF0B-E659F80CFADE}"/>
    <dgm:cxn modelId="{78CC39C0-B7BF-4C80-B7CA-5934E071A6AB}" type="presOf" srcId="{AE81F750-30D9-4770-A193-AA5F47F5B079}" destId="{26E467B9-A298-4486-9C6A-0C3D8CF16534}" srcOrd="0" destOrd="0" presId="urn:microsoft.com/office/officeart/2005/8/layout/hierarchy1"/>
    <dgm:cxn modelId="{C1BB2A39-9918-450F-8C48-34DE2DB833CD}" type="presParOf" srcId="{26E467B9-A298-4486-9C6A-0C3D8CF16534}" destId="{A3818CE1-FCFE-42E9-9B92-945B05D8B113}" srcOrd="0" destOrd="0" presId="urn:microsoft.com/office/officeart/2005/8/layout/hierarchy1"/>
    <dgm:cxn modelId="{594AFB0C-FE4E-4E2D-873F-DC1E841FA8B2}" type="presParOf" srcId="{A3818CE1-FCFE-42E9-9B92-945B05D8B113}" destId="{971C28D1-F186-4446-909E-DA594563E746}" srcOrd="0" destOrd="0" presId="urn:microsoft.com/office/officeart/2005/8/layout/hierarchy1"/>
    <dgm:cxn modelId="{4E48E8F2-1D34-4EB2-9910-64D890AFD787}" type="presParOf" srcId="{971C28D1-F186-4446-909E-DA594563E746}" destId="{272F76A2-6695-4CEA-9B2D-9B410218282E}" srcOrd="0" destOrd="0" presId="urn:microsoft.com/office/officeart/2005/8/layout/hierarchy1"/>
    <dgm:cxn modelId="{A8AEC840-E786-49A2-A13D-BC21E2300190}" type="presParOf" srcId="{971C28D1-F186-4446-909E-DA594563E746}" destId="{DFEF0861-F0C3-47DC-BF30-E0C856E2D527}" srcOrd="1" destOrd="0" presId="urn:microsoft.com/office/officeart/2005/8/layout/hierarchy1"/>
    <dgm:cxn modelId="{B026951E-6BB9-4642-AE22-74BA2DF45446}" type="presParOf" srcId="{A3818CE1-FCFE-42E9-9B92-945B05D8B113}" destId="{9409C40F-A26A-41DC-9308-407D6FE88D30}" srcOrd="1" destOrd="0" presId="urn:microsoft.com/office/officeart/2005/8/layout/hierarchy1"/>
    <dgm:cxn modelId="{C183C137-679D-4792-BA98-87A69D4E46FE}" type="presParOf" srcId="{26E467B9-A298-4486-9C6A-0C3D8CF16534}" destId="{CE5C2978-3DB7-4206-8CC6-B6053F819AEF}" srcOrd="1" destOrd="0" presId="urn:microsoft.com/office/officeart/2005/8/layout/hierarchy1"/>
    <dgm:cxn modelId="{979A14D2-2F9E-4FD5-9C12-CEA8337A5EB7}" type="presParOf" srcId="{CE5C2978-3DB7-4206-8CC6-B6053F819AEF}" destId="{547588ED-82B3-4CEA-BFF3-8FA98A4BF05B}" srcOrd="0" destOrd="0" presId="urn:microsoft.com/office/officeart/2005/8/layout/hierarchy1"/>
    <dgm:cxn modelId="{F278E60E-3F6B-4182-A98F-045383D2A6CD}" type="presParOf" srcId="{547588ED-82B3-4CEA-BFF3-8FA98A4BF05B}" destId="{8599A90E-1B5B-447C-BB46-11B344EA9D59}" srcOrd="0" destOrd="0" presId="urn:microsoft.com/office/officeart/2005/8/layout/hierarchy1"/>
    <dgm:cxn modelId="{2A96932F-CC89-4981-BF29-B675B4A9AF90}" type="presParOf" srcId="{547588ED-82B3-4CEA-BFF3-8FA98A4BF05B}" destId="{9F3217CC-2060-4C79-BCF0-2D7C7AEEE975}" srcOrd="1" destOrd="0" presId="urn:microsoft.com/office/officeart/2005/8/layout/hierarchy1"/>
    <dgm:cxn modelId="{786BBAFB-2BDE-4CDE-B68E-9F73E76117E3}" type="presParOf" srcId="{CE5C2978-3DB7-4206-8CC6-B6053F819AEF}" destId="{8274E980-88F4-4416-A67E-24B4D2AB9F9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9D0BA0-00C6-4216-9AAF-741273A1F5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0C17E6C-1DB0-4281-B9BC-408CF5227397}">
      <dgm:prSet/>
      <dgm:spPr/>
      <dgm:t>
        <a:bodyPr/>
        <a:lstStyle/>
        <a:p>
          <a:r>
            <a:rPr lang="en-US"/>
            <a:t>A supervised learning algorithm that fits a straight line between features and price.</a:t>
          </a:r>
        </a:p>
      </dgm:t>
    </dgm:pt>
    <dgm:pt modelId="{D7AFFB2F-9711-48B6-886C-C91738398805}" type="parTrans" cxnId="{437DEA60-2BD8-4F4F-A4B1-0EB4D9B63509}">
      <dgm:prSet/>
      <dgm:spPr/>
      <dgm:t>
        <a:bodyPr/>
        <a:lstStyle/>
        <a:p>
          <a:endParaRPr lang="en-US"/>
        </a:p>
      </dgm:t>
    </dgm:pt>
    <dgm:pt modelId="{3882DB11-96F1-42ED-8CD0-29623E5E407D}" type="sibTrans" cxnId="{437DEA60-2BD8-4F4F-A4B1-0EB4D9B63509}">
      <dgm:prSet/>
      <dgm:spPr/>
      <dgm:t>
        <a:bodyPr/>
        <a:lstStyle/>
        <a:p>
          <a:endParaRPr lang="en-US"/>
        </a:p>
      </dgm:t>
    </dgm:pt>
    <dgm:pt modelId="{FD02903A-8795-4110-8501-88B46ECF5230}">
      <dgm:prSet/>
      <dgm:spPr/>
      <dgm:t>
        <a:bodyPr/>
        <a:lstStyle/>
        <a:p>
          <a:r>
            <a:rPr lang="en-US"/>
            <a:t>Helps identify how each variable (like airline or duration) affects price.</a:t>
          </a:r>
        </a:p>
      </dgm:t>
    </dgm:pt>
    <dgm:pt modelId="{1CE6E83C-2FEC-49C2-BA7C-925BFD7D8AEB}" type="parTrans" cxnId="{9C9D2745-FF34-45C7-9468-7B3F979198A4}">
      <dgm:prSet/>
      <dgm:spPr/>
      <dgm:t>
        <a:bodyPr/>
        <a:lstStyle/>
        <a:p>
          <a:endParaRPr lang="en-US"/>
        </a:p>
      </dgm:t>
    </dgm:pt>
    <dgm:pt modelId="{44D0DA7B-CB86-4DCB-838E-9D9E49E5445E}" type="sibTrans" cxnId="{9C9D2745-FF34-45C7-9468-7B3F979198A4}">
      <dgm:prSet/>
      <dgm:spPr/>
      <dgm:t>
        <a:bodyPr/>
        <a:lstStyle/>
        <a:p>
          <a:endParaRPr lang="en-US"/>
        </a:p>
      </dgm:t>
    </dgm:pt>
    <dgm:pt modelId="{E214233A-37C4-4893-ABC1-EF53FD6A98BE}" type="pres">
      <dgm:prSet presAssocID="{179D0BA0-00C6-4216-9AAF-741273A1F59C}" presName="root" presStyleCnt="0">
        <dgm:presLayoutVars>
          <dgm:dir/>
          <dgm:resizeHandles val="exact"/>
        </dgm:presLayoutVars>
      </dgm:prSet>
      <dgm:spPr/>
    </dgm:pt>
    <dgm:pt modelId="{A07050F0-D322-4FB4-874F-96EBC7895984}" type="pres">
      <dgm:prSet presAssocID="{70C17E6C-1DB0-4281-B9BC-408CF5227397}" presName="compNode" presStyleCnt="0"/>
      <dgm:spPr/>
    </dgm:pt>
    <dgm:pt modelId="{9B4BAAF0-B3D8-4ABD-9D8D-6BB37652E87A}" type="pres">
      <dgm:prSet presAssocID="{70C17E6C-1DB0-4281-B9BC-408CF5227397}" presName="bgRect" presStyleLbl="bgShp" presStyleIdx="0" presStyleCnt="2"/>
      <dgm:spPr/>
    </dgm:pt>
    <dgm:pt modelId="{7CF6F46D-C5F0-4B61-B462-B3BC42308EF5}" type="pres">
      <dgm:prSet presAssocID="{70C17E6C-1DB0-4281-B9BC-408CF52273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5FC7CCF-D9F2-4C4A-BA56-7CCE843857E1}" type="pres">
      <dgm:prSet presAssocID="{70C17E6C-1DB0-4281-B9BC-408CF5227397}" presName="spaceRect" presStyleCnt="0"/>
      <dgm:spPr/>
    </dgm:pt>
    <dgm:pt modelId="{82EB6448-0129-4858-A171-F4372C354685}" type="pres">
      <dgm:prSet presAssocID="{70C17E6C-1DB0-4281-B9BC-408CF5227397}" presName="parTx" presStyleLbl="revTx" presStyleIdx="0" presStyleCnt="2">
        <dgm:presLayoutVars>
          <dgm:chMax val="0"/>
          <dgm:chPref val="0"/>
        </dgm:presLayoutVars>
      </dgm:prSet>
      <dgm:spPr/>
    </dgm:pt>
    <dgm:pt modelId="{92502917-F781-4C40-A575-F9AD16282C84}" type="pres">
      <dgm:prSet presAssocID="{3882DB11-96F1-42ED-8CD0-29623E5E407D}" presName="sibTrans" presStyleCnt="0"/>
      <dgm:spPr/>
    </dgm:pt>
    <dgm:pt modelId="{F31A3079-6017-4A0A-B821-6544252B5610}" type="pres">
      <dgm:prSet presAssocID="{FD02903A-8795-4110-8501-88B46ECF5230}" presName="compNode" presStyleCnt="0"/>
      <dgm:spPr/>
    </dgm:pt>
    <dgm:pt modelId="{AFBC8C39-E231-492F-9D2F-52269BD5682E}" type="pres">
      <dgm:prSet presAssocID="{FD02903A-8795-4110-8501-88B46ECF5230}" presName="bgRect" presStyleLbl="bgShp" presStyleIdx="1" presStyleCnt="2"/>
      <dgm:spPr/>
    </dgm:pt>
    <dgm:pt modelId="{8F174C37-796A-4600-B4CB-2743BE15F224}" type="pres">
      <dgm:prSet presAssocID="{FD02903A-8795-4110-8501-88B46ECF523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94CE736F-8D13-4B23-A98D-95E51E75C94C}" type="pres">
      <dgm:prSet presAssocID="{FD02903A-8795-4110-8501-88B46ECF5230}" presName="spaceRect" presStyleCnt="0"/>
      <dgm:spPr/>
    </dgm:pt>
    <dgm:pt modelId="{BF39C0A3-A63A-4A98-BF71-B552AE92AEFC}" type="pres">
      <dgm:prSet presAssocID="{FD02903A-8795-4110-8501-88B46ECF523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4865827-E81C-4A9C-ABC0-C77D420F6B04}" type="presOf" srcId="{179D0BA0-00C6-4216-9AAF-741273A1F59C}" destId="{E214233A-37C4-4893-ABC1-EF53FD6A98BE}" srcOrd="0" destOrd="0" presId="urn:microsoft.com/office/officeart/2018/2/layout/IconVerticalSolidList"/>
    <dgm:cxn modelId="{437DEA60-2BD8-4F4F-A4B1-0EB4D9B63509}" srcId="{179D0BA0-00C6-4216-9AAF-741273A1F59C}" destId="{70C17E6C-1DB0-4281-B9BC-408CF5227397}" srcOrd="0" destOrd="0" parTransId="{D7AFFB2F-9711-48B6-886C-C91738398805}" sibTransId="{3882DB11-96F1-42ED-8CD0-29623E5E407D}"/>
    <dgm:cxn modelId="{9C9D2745-FF34-45C7-9468-7B3F979198A4}" srcId="{179D0BA0-00C6-4216-9AAF-741273A1F59C}" destId="{FD02903A-8795-4110-8501-88B46ECF5230}" srcOrd="1" destOrd="0" parTransId="{1CE6E83C-2FEC-49C2-BA7C-925BFD7D8AEB}" sibTransId="{44D0DA7B-CB86-4DCB-838E-9D9E49E5445E}"/>
    <dgm:cxn modelId="{4C8D4F6C-3EAD-427C-BC06-206A7CF3045F}" type="presOf" srcId="{70C17E6C-1DB0-4281-B9BC-408CF5227397}" destId="{82EB6448-0129-4858-A171-F4372C354685}" srcOrd="0" destOrd="0" presId="urn:microsoft.com/office/officeart/2018/2/layout/IconVerticalSolidList"/>
    <dgm:cxn modelId="{9CAC1279-3165-4864-8E7F-9FBB7DAC949E}" type="presOf" srcId="{FD02903A-8795-4110-8501-88B46ECF5230}" destId="{BF39C0A3-A63A-4A98-BF71-B552AE92AEFC}" srcOrd="0" destOrd="0" presId="urn:microsoft.com/office/officeart/2018/2/layout/IconVerticalSolidList"/>
    <dgm:cxn modelId="{ACB2F3F0-A42C-4786-BB3D-EB96B24AA231}" type="presParOf" srcId="{E214233A-37C4-4893-ABC1-EF53FD6A98BE}" destId="{A07050F0-D322-4FB4-874F-96EBC7895984}" srcOrd="0" destOrd="0" presId="urn:microsoft.com/office/officeart/2018/2/layout/IconVerticalSolidList"/>
    <dgm:cxn modelId="{5911C8B3-1FD0-4D31-83B0-F4F02FEEF691}" type="presParOf" srcId="{A07050F0-D322-4FB4-874F-96EBC7895984}" destId="{9B4BAAF0-B3D8-4ABD-9D8D-6BB37652E87A}" srcOrd="0" destOrd="0" presId="urn:microsoft.com/office/officeart/2018/2/layout/IconVerticalSolidList"/>
    <dgm:cxn modelId="{1DD2C3F1-478A-46E0-AC3B-8130C6800616}" type="presParOf" srcId="{A07050F0-D322-4FB4-874F-96EBC7895984}" destId="{7CF6F46D-C5F0-4B61-B462-B3BC42308EF5}" srcOrd="1" destOrd="0" presId="urn:microsoft.com/office/officeart/2018/2/layout/IconVerticalSolidList"/>
    <dgm:cxn modelId="{E123D24B-766F-4B04-8606-AF7603A9E484}" type="presParOf" srcId="{A07050F0-D322-4FB4-874F-96EBC7895984}" destId="{F5FC7CCF-D9F2-4C4A-BA56-7CCE843857E1}" srcOrd="2" destOrd="0" presId="urn:microsoft.com/office/officeart/2018/2/layout/IconVerticalSolidList"/>
    <dgm:cxn modelId="{08AAB722-22AC-464B-94FA-03E59DC29603}" type="presParOf" srcId="{A07050F0-D322-4FB4-874F-96EBC7895984}" destId="{82EB6448-0129-4858-A171-F4372C354685}" srcOrd="3" destOrd="0" presId="urn:microsoft.com/office/officeart/2018/2/layout/IconVerticalSolidList"/>
    <dgm:cxn modelId="{46AE5081-3B38-4455-A003-91BDB0895B35}" type="presParOf" srcId="{E214233A-37C4-4893-ABC1-EF53FD6A98BE}" destId="{92502917-F781-4C40-A575-F9AD16282C84}" srcOrd="1" destOrd="0" presId="urn:microsoft.com/office/officeart/2018/2/layout/IconVerticalSolidList"/>
    <dgm:cxn modelId="{85AFA43E-9034-4A29-9228-86A96E33AD13}" type="presParOf" srcId="{E214233A-37C4-4893-ABC1-EF53FD6A98BE}" destId="{F31A3079-6017-4A0A-B821-6544252B5610}" srcOrd="2" destOrd="0" presId="urn:microsoft.com/office/officeart/2018/2/layout/IconVerticalSolidList"/>
    <dgm:cxn modelId="{219540A0-08DE-402F-9D46-697C1A4D4A6C}" type="presParOf" srcId="{F31A3079-6017-4A0A-B821-6544252B5610}" destId="{AFBC8C39-E231-492F-9D2F-52269BD5682E}" srcOrd="0" destOrd="0" presId="urn:microsoft.com/office/officeart/2018/2/layout/IconVerticalSolidList"/>
    <dgm:cxn modelId="{6C9493D2-A718-4F6A-B065-A0D82A9CCA9D}" type="presParOf" srcId="{F31A3079-6017-4A0A-B821-6544252B5610}" destId="{8F174C37-796A-4600-B4CB-2743BE15F224}" srcOrd="1" destOrd="0" presId="urn:microsoft.com/office/officeart/2018/2/layout/IconVerticalSolidList"/>
    <dgm:cxn modelId="{AD926370-E10D-4D1D-AD6C-FFDC59B666E8}" type="presParOf" srcId="{F31A3079-6017-4A0A-B821-6544252B5610}" destId="{94CE736F-8D13-4B23-A98D-95E51E75C94C}" srcOrd="2" destOrd="0" presId="urn:microsoft.com/office/officeart/2018/2/layout/IconVerticalSolidList"/>
    <dgm:cxn modelId="{FB9A5839-E05B-4746-916A-DB35B9AE9ACE}" type="presParOf" srcId="{F31A3079-6017-4A0A-B821-6544252B5610}" destId="{BF39C0A3-A63A-4A98-BF71-B552AE92AE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0B7993-880B-464E-8F6A-F781C232F8A4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56B5F5D-C677-4B5D-856E-EA8586DEDB26}">
      <dgm:prSet/>
      <dgm:spPr/>
      <dgm:t>
        <a:bodyPr/>
        <a:lstStyle/>
        <a:p>
          <a:r>
            <a:rPr lang="en-US"/>
            <a:t>An ensemble method combining multiple decision trees.</a:t>
          </a:r>
        </a:p>
      </dgm:t>
    </dgm:pt>
    <dgm:pt modelId="{6319F282-D54D-4C24-9FEB-1769BA0BA52D}" type="parTrans" cxnId="{1A1313CB-D2AE-4921-A385-080DBC4A1A83}">
      <dgm:prSet/>
      <dgm:spPr/>
      <dgm:t>
        <a:bodyPr/>
        <a:lstStyle/>
        <a:p>
          <a:endParaRPr lang="en-US"/>
        </a:p>
      </dgm:t>
    </dgm:pt>
    <dgm:pt modelId="{2F64672D-353C-465B-A361-525570A8EF1F}" type="sibTrans" cxnId="{1A1313CB-D2AE-4921-A385-080DBC4A1A83}">
      <dgm:prSet/>
      <dgm:spPr/>
      <dgm:t>
        <a:bodyPr/>
        <a:lstStyle/>
        <a:p>
          <a:endParaRPr lang="en-US"/>
        </a:p>
      </dgm:t>
    </dgm:pt>
    <dgm:pt modelId="{8572934F-5AF9-48ED-ABCA-408E27F0067A}">
      <dgm:prSet/>
      <dgm:spPr/>
      <dgm:t>
        <a:bodyPr/>
        <a:lstStyle/>
        <a:p>
          <a:r>
            <a:rPr lang="en-US"/>
            <a:t>Gives robust predictions and reduces overfitting.</a:t>
          </a:r>
        </a:p>
      </dgm:t>
    </dgm:pt>
    <dgm:pt modelId="{46A90CEC-C434-491E-A787-36AE36E19B98}" type="parTrans" cxnId="{C71E540F-5D22-49B0-B56C-0E0C2F5C181B}">
      <dgm:prSet/>
      <dgm:spPr/>
      <dgm:t>
        <a:bodyPr/>
        <a:lstStyle/>
        <a:p>
          <a:endParaRPr lang="en-US"/>
        </a:p>
      </dgm:t>
    </dgm:pt>
    <dgm:pt modelId="{6C23B08B-B71A-4338-94D7-C4CBE2927C8C}" type="sibTrans" cxnId="{C71E540F-5D22-49B0-B56C-0E0C2F5C181B}">
      <dgm:prSet/>
      <dgm:spPr/>
      <dgm:t>
        <a:bodyPr/>
        <a:lstStyle/>
        <a:p>
          <a:endParaRPr lang="en-US"/>
        </a:p>
      </dgm:t>
    </dgm:pt>
    <dgm:pt modelId="{BB705BFE-2C2F-48F7-8551-E5C61372476B}">
      <dgm:prSet/>
      <dgm:spPr/>
      <dgm:t>
        <a:bodyPr/>
        <a:lstStyle/>
        <a:p>
          <a:r>
            <a:rPr lang="en-US"/>
            <a:t>Performs well on nonlinear relationships.</a:t>
          </a:r>
        </a:p>
      </dgm:t>
    </dgm:pt>
    <dgm:pt modelId="{128D0A9C-18CD-4120-B137-AE4417D6E39D}" type="parTrans" cxnId="{4FED70BA-A085-4ACC-9177-921A0808B676}">
      <dgm:prSet/>
      <dgm:spPr/>
      <dgm:t>
        <a:bodyPr/>
        <a:lstStyle/>
        <a:p>
          <a:endParaRPr lang="en-US"/>
        </a:p>
      </dgm:t>
    </dgm:pt>
    <dgm:pt modelId="{377674DD-8C23-4F7A-9290-1B14A8A3E9AC}" type="sibTrans" cxnId="{4FED70BA-A085-4ACC-9177-921A0808B676}">
      <dgm:prSet/>
      <dgm:spPr/>
      <dgm:t>
        <a:bodyPr/>
        <a:lstStyle/>
        <a:p>
          <a:endParaRPr lang="en-US"/>
        </a:p>
      </dgm:t>
    </dgm:pt>
    <dgm:pt modelId="{023B81DC-2F49-4B49-AEFB-0685474F468F}" type="pres">
      <dgm:prSet presAssocID="{B50B7993-880B-464E-8F6A-F781C232F8A4}" presName="diagram" presStyleCnt="0">
        <dgm:presLayoutVars>
          <dgm:dir/>
          <dgm:resizeHandles val="exact"/>
        </dgm:presLayoutVars>
      </dgm:prSet>
      <dgm:spPr/>
    </dgm:pt>
    <dgm:pt modelId="{66BB1AEF-0BCE-48D1-9337-C115EDB19152}" type="pres">
      <dgm:prSet presAssocID="{C56B5F5D-C677-4B5D-856E-EA8586DEDB26}" presName="node" presStyleLbl="node1" presStyleIdx="0" presStyleCnt="3">
        <dgm:presLayoutVars>
          <dgm:bulletEnabled val="1"/>
        </dgm:presLayoutVars>
      </dgm:prSet>
      <dgm:spPr/>
    </dgm:pt>
    <dgm:pt modelId="{97E44D53-C6AB-46FE-A987-75EE38BBD8E3}" type="pres">
      <dgm:prSet presAssocID="{2F64672D-353C-465B-A361-525570A8EF1F}" presName="sibTrans" presStyleCnt="0"/>
      <dgm:spPr/>
    </dgm:pt>
    <dgm:pt modelId="{79D216DF-ECB1-4B6E-B343-7EB2D140A62E}" type="pres">
      <dgm:prSet presAssocID="{8572934F-5AF9-48ED-ABCA-408E27F0067A}" presName="node" presStyleLbl="node1" presStyleIdx="1" presStyleCnt="3">
        <dgm:presLayoutVars>
          <dgm:bulletEnabled val="1"/>
        </dgm:presLayoutVars>
      </dgm:prSet>
      <dgm:spPr/>
    </dgm:pt>
    <dgm:pt modelId="{D35DE6A7-1CD3-4D06-AE0A-0DC3625E4F39}" type="pres">
      <dgm:prSet presAssocID="{6C23B08B-B71A-4338-94D7-C4CBE2927C8C}" presName="sibTrans" presStyleCnt="0"/>
      <dgm:spPr/>
    </dgm:pt>
    <dgm:pt modelId="{9E2BEE2C-914F-4287-9ADE-9CA41F3E253A}" type="pres">
      <dgm:prSet presAssocID="{BB705BFE-2C2F-48F7-8551-E5C61372476B}" presName="node" presStyleLbl="node1" presStyleIdx="2" presStyleCnt="3">
        <dgm:presLayoutVars>
          <dgm:bulletEnabled val="1"/>
        </dgm:presLayoutVars>
      </dgm:prSet>
      <dgm:spPr/>
    </dgm:pt>
  </dgm:ptLst>
  <dgm:cxnLst>
    <dgm:cxn modelId="{64585506-EC61-4256-BF83-DE9D61895C81}" type="presOf" srcId="{BB705BFE-2C2F-48F7-8551-E5C61372476B}" destId="{9E2BEE2C-914F-4287-9ADE-9CA41F3E253A}" srcOrd="0" destOrd="0" presId="urn:microsoft.com/office/officeart/2005/8/layout/default"/>
    <dgm:cxn modelId="{C71E540F-5D22-49B0-B56C-0E0C2F5C181B}" srcId="{B50B7993-880B-464E-8F6A-F781C232F8A4}" destId="{8572934F-5AF9-48ED-ABCA-408E27F0067A}" srcOrd="1" destOrd="0" parTransId="{46A90CEC-C434-491E-A787-36AE36E19B98}" sibTransId="{6C23B08B-B71A-4338-94D7-C4CBE2927C8C}"/>
    <dgm:cxn modelId="{D9B84CB4-DF1F-42A5-AD25-325ECBA539FF}" type="presOf" srcId="{B50B7993-880B-464E-8F6A-F781C232F8A4}" destId="{023B81DC-2F49-4B49-AEFB-0685474F468F}" srcOrd="0" destOrd="0" presId="urn:microsoft.com/office/officeart/2005/8/layout/default"/>
    <dgm:cxn modelId="{4FED70BA-A085-4ACC-9177-921A0808B676}" srcId="{B50B7993-880B-464E-8F6A-F781C232F8A4}" destId="{BB705BFE-2C2F-48F7-8551-E5C61372476B}" srcOrd="2" destOrd="0" parTransId="{128D0A9C-18CD-4120-B137-AE4417D6E39D}" sibTransId="{377674DD-8C23-4F7A-9290-1B14A8A3E9AC}"/>
    <dgm:cxn modelId="{E841C8C3-6933-4BC6-B1D0-FBEF206B612B}" type="presOf" srcId="{8572934F-5AF9-48ED-ABCA-408E27F0067A}" destId="{79D216DF-ECB1-4B6E-B343-7EB2D140A62E}" srcOrd="0" destOrd="0" presId="urn:microsoft.com/office/officeart/2005/8/layout/default"/>
    <dgm:cxn modelId="{1A1313CB-D2AE-4921-A385-080DBC4A1A83}" srcId="{B50B7993-880B-464E-8F6A-F781C232F8A4}" destId="{C56B5F5D-C677-4B5D-856E-EA8586DEDB26}" srcOrd="0" destOrd="0" parTransId="{6319F282-D54D-4C24-9FEB-1769BA0BA52D}" sibTransId="{2F64672D-353C-465B-A361-525570A8EF1F}"/>
    <dgm:cxn modelId="{692528E5-7B80-49DA-AADC-A87E59A05E05}" type="presOf" srcId="{C56B5F5D-C677-4B5D-856E-EA8586DEDB26}" destId="{66BB1AEF-0BCE-48D1-9337-C115EDB19152}" srcOrd="0" destOrd="0" presId="urn:microsoft.com/office/officeart/2005/8/layout/default"/>
    <dgm:cxn modelId="{A0491902-B302-4A1D-8D77-070669D4DA7D}" type="presParOf" srcId="{023B81DC-2F49-4B49-AEFB-0685474F468F}" destId="{66BB1AEF-0BCE-48D1-9337-C115EDB19152}" srcOrd="0" destOrd="0" presId="urn:microsoft.com/office/officeart/2005/8/layout/default"/>
    <dgm:cxn modelId="{28F1979C-0E26-45F3-B2D6-21D79088C8B0}" type="presParOf" srcId="{023B81DC-2F49-4B49-AEFB-0685474F468F}" destId="{97E44D53-C6AB-46FE-A987-75EE38BBD8E3}" srcOrd="1" destOrd="0" presId="urn:microsoft.com/office/officeart/2005/8/layout/default"/>
    <dgm:cxn modelId="{23BF0640-D706-44DE-9D56-6605C05EAFA6}" type="presParOf" srcId="{023B81DC-2F49-4B49-AEFB-0685474F468F}" destId="{79D216DF-ECB1-4B6E-B343-7EB2D140A62E}" srcOrd="2" destOrd="0" presId="urn:microsoft.com/office/officeart/2005/8/layout/default"/>
    <dgm:cxn modelId="{ED398516-F0A1-48D6-8263-1F08F811A0AA}" type="presParOf" srcId="{023B81DC-2F49-4B49-AEFB-0685474F468F}" destId="{D35DE6A7-1CD3-4D06-AE0A-0DC3625E4F39}" srcOrd="3" destOrd="0" presId="urn:microsoft.com/office/officeart/2005/8/layout/default"/>
    <dgm:cxn modelId="{27A3E1F7-4857-4A27-9DBB-0D68E1C36253}" type="presParOf" srcId="{023B81DC-2F49-4B49-AEFB-0685474F468F}" destId="{9E2BEE2C-914F-4287-9ADE-9CA41F3E253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A84BF02-5573-4CE9-B042-60078DADA875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B675F5-36A1-4B1A-8CDF-F195176A941B}">
      <dgm:prSet/>
      <dgm:spPr/>
      <dgm:t>
        <a:bodyPr/>
        <a:lstStyle/>
        <a:p>
          <a:r>
            <a:rPr lang="en-US"/>
            <a:t>Metrics Used:</a:t>
          </a:r>
        </a:p>
      </dgm:t>
    </dgm:pt>
    <dgm:pt modelId="{91AA4E12-8056-441B-B2E6-BABFAC9CF3F8}" type="parTrans" cxnId="{F787EE8C-1CEC-4E81-8E5E-8B549BF5F0E9}">
      <dgm:prSet/>
      <dgm:spPr/>
      <dgm:t>
        <a:bodyPr/>
        <a:lstStyle/>
        <a:p>
          <a:endParaRPr lang="en-US"/>
        </a:p>
      </dgm:t>
    </dgm:pt>
    <dgm:pt modelId="{CE133A98-9C30-46B2-8F00-7DB7CE13ED68}" type="sibTrans" cxnId="{F787EE8C-1CEC-4E81-8E5E-8B549BF5F0E9}">
      <dgm:prSet/>
      <dgm:spPr/>
      <dgm:t>
        <a:bodyPr/>
        <a:lstStyle/>
        <a:p>
          <a:endParaRPr lang="en-US"/>
        </a:p>
      </dgm:t>
    </dgm:pt>
    <dgm:pt modelId="{D4B2E335-668F-4B8A-8686-9638B378AC1F}">
      <dgm:prSet/>
      <dgm:spPr/>
      <dgm:t>
        <a:bodyPr/>
        <a:lstStyle/>
        <a:p>
          <a:r>
            <a:rPr lang="en-US"/>
            <a:t>• Mean Absolute Error (MAE)</a:t>
          </a:r>
        </a:p>
      </dgm:t>
    </dgm:pt>
    <dgm:pt modelId="{913B019D-DBB7-4F4E-B4B5-B7C3504C218C}" type="parTrans" cxnId="{C26EE2DB-5B8C-4766-AA18-410CF47C6B33}">
      <dgm:prSet/>
      <dgm:spPr/>
      <dgm:t>
        <a:bodyPr/>
        <a:lstStyle/>
        <a:p>
          <a:endParaRPr lang="en-US"/>
        </a:p>
      </dgm:t>
    </dgm:pt>
    <dgm:pt modelId="{267EDB00-9B64-46CD-83FA-C5BAA68014FB}" type="sibTrans" cxnId="{C26EE2DB-5B8C-4766-AA18-410CF47C6B33}">
      <dgm:prSet/>
      <dgm:spPr/>
      <dgm:t>
        <a:bodyPr/>
        <a:lstStyle/>
        <a:p>
          <a:endParaRPr lang="en-US"/>
        </a:p>
      </dgm:t>
    </dgm:pt>
    <dgm:pt modelId="{47BA08C0-7D30-4BD3-B22B-BB1827517F8A}">
      <dgm:prSet/>
      <dgm:spPr/>
      <dgm:t>
        <a:bodyPr/>
        <a:lstStyle/>
        <a:p>
          <a:r>
            <a:rPr lang="en-US"/>
            <a:t>• Mean Squared Error (MSE)</a:t>
          </a:r>
        </a:p>
      </dgm:t>
    </dgm:pt>
    <dgm:pt modelId="{8905AF23-3818-441B-87CC-330AC15791F9}" type="parTrans" cxnId="{C4A46A48-5FB5-45EC-A2FA-AD95662B094E}">
      <dgm:prSet/>
      <dgm:spPr/>
      <dgm:t>
        <a:bodyPr/>
        <a:lstStyle/>
        <a:p>
          <a:endParaRPr lang="en-US"/>
        </a:p>
      </dgm:t>
    </dgm:pt>
    <dgm:pt modelId="{22A3BCE7-580E-4186-909F-9B7E81F75348}" type="sibTrans" cxnId="{C4A46A48-5FB5-45EC-A2FA-AD95662B094E}">
      <dgm:prSet/>
      <dgm:spPr/>
      <dgm:t>
        <a:bodyPr/>
        <a:lstStyle/>
        <a:p>
          <a:endParaRPr lang="en-US"/>
        </a:p>
      </dgm:t>
    </dgm:pt>
    <dgm:pt modelId="{66150345-2482-47BC-9F9C-CA213BEC5645}">
      <dgm:prSet/>
      <dgm:spPr/>
      <dgm:t>
        <a:bodyPr/>
        <a:lstStyle/>
        <a:p>
          <a:r>
            <a:rPr lang="en-US"/>
            <a:t>• R² Score</a:t>
          </a:r>
        </a:p>
      </dgm:t>
    </dgm:pt>
    <dgm:pt modelId="{B23D9A15-8E0A-4D61-A9FD-21A9F54BF53D}" type="parTrans" cxnId="{29D4131A-C707-4BB2-9284-CC74EBA4C938}">
      <dgm:prSet/>
      <dgm:spPr/>
      <dgm:t>
        <a:bodyPr/>
        <a:lstStyle/>
        <a:p>
          <a:endParaRPr lang="en-US"/>
        </a:p>
      </dgm:t>
    </dgm:pt>
    <dgm:pt modelId="{35118631-38CB-4845-BB9F-DF84769FB6C0}" type="sibTrans" cxnId="{29D4131A-C707-4BB2-9284-CC74EBA4C938}">
      <dgm:prSet/>
      <dgm:spPr/>
      <dgm:t>
        <a:bodyPr/>
        <a:lstStyle/>
        <a:p>
          <a:endParaRPr lang="en-US"/>
        </a:p>
      </dgm:t>
    </dgm:pt>
    <dgm:pt modelId="{188BBDD0-8590-47F7-80B2-AC53B6E24708}">
      <dgm:prSet/>
      <dgm:spPr/>
      <dgm:t>
        <a:bodyPr/>
        <a:lstStyle/>
        <a:p>
          <a:r>
            <a:rPr lang="en-US"/>
            <a:t>Lower MAE and higher R² indicate better model performance.</a:t>
          </a:r>
        </a:p>
      </dgm:t>
    </dgm:pt>
    <dgm:pt modelId="{2C481532-DCF2-4ED2-9BD4-9D74314D6AF4}" type="parTrans" cxnId="{BE357D58-F6F2-40DF-A8F8-7C6D8A6230A7}">
      <dgm:prSet/>
      <dgm:spPr/>
      <dgm:t>
        <a:bodyPr/>
        <a:lstStyle/>
        <a:p>
          <a:endParaRPr lang="en-US"/>
        </a:p>
      </dgm:t>
    </dgm:pt>
    <dgm:pt modelId="{8926DD58-45EB-4C23-9C04-6D742BB17237}" type="sibTrans" cxnId="{BE357D58-F6F2-40DF-A8F8-7C6D8A6230A7}">
      <dgm:prSet/>
      <dgm:spPr/>
      <dgm:t>
        <a:bodyPr/>
        <a:lstStyle/>
        <a:p>
          <a:endParaRPr lang="en-US"/>
        </a:p>
      </dgm:t>
    </dgm:pt>
    <dgm:pt modelId="{D85C4B37-F1FA-4AEF-83C0-B6CF213F0748}" type="pres">
      <dgm:prSet presAssocID="{2A84BF02-5573-4CE9-B042-60078DADA875}" presName="cycle" presStyleCnt="0">
        <dgm:presLayoutVars>
          <dgm:dir/>
          <dgm:resizeHandles val="exact"/>
        </dgm:presLayoutVars>
      </dgm:prSet>
      <dgm:spPr/>
    </dgm:pt>
    <dgm:pt modelId="{CCDA25D6-8C15-45D9-979A-EC6F14D274A3}" type="pres">
      <dgm:prSet presAssocID="{29B675F5-36A1-4B1A-8CDF-F195176A941B}" presName="dummy" presStyleCnt="0"/>
      <dgm:spPr/>
    </dgm:pt>
    <dgm:pt modelId="{13EE1856-3E21-452C-AECA-2517B7E1A50E}" type="pres">
      <dgm:prSet presAssocID="{29B675F5-36A1-4B1A-8CDF-F195176A941B}" presName="node" presStyleLbl="revTx" presStyleIdx="0" presStyleCnt="5">
        <dgm:presLayoutVars>
          <dgm:bulletEnabled val="1"/>
        </dgm:presLayoutVars>
      </dgm:prSet>
      <dgm:spPr/>
    </dgm:pt>
    <dgm:pt modelId="{F45FC5DA-0B3D-4995-8D76-DFF200D342D1}" type="pres">
      <dgm:prSet presAssocID="{CE133A98-9C30-46B2-8F00-7DB7CE13ED68}" presName="sibTrans" presStyleLbl="node1" presStyleIdx="0" presStyleCnt="5"/>
      <dgm:spPr/>
    </dgm:pt>
    <dgm:pt modelId="{C919B9E1-E1B8-49B2-BD2D-038E1C44DB60}" type="pres">
      <dgm:prSet presAssocID="{D4B2E335-668F-4B8A-8686-9638B378AC1F}" presName="dummy" presStyleCnt="0"/>
      <dgm:spPr/>
    </dgm:pt>
    <dgm:pt modelId="{F54A8AC5-DC15-40CA-8064-104ED4F1000C}" type="pres">
      <dgm:prSet presAssocID="{D4B2E335-668F-4B8A-8686-9638B378AC1F}" presName="node" presStyleLbl="revTx" presStyleIdx="1" presStyleCnt="5">
        <dgm:presLayoutVars>
          <dgm:bulletEnabled val="1"/>
        </dgm:presLayoutVars>
      </dgm:prSet>
      <dgm:spPr/>
    </dgm:pt>
    <dgm:pt modelId="{2696067F-096B-4D97-B0A9-49E3106E83DE}" type="pres">
      <dgm:prSet presAssocID="{267EDB00-9B64-46CD-83FA-C5BAA68014FB}" presName="sibTrans" presStyleLbl="node1" presStyleIdx="1" presStyleCnt="5"/>
      <dgm:spPr/>
    </dgm:pt>
    <dgm:pt modelId="{B5668BA8-5D51-4981-AB5D-BAFDF0CF68D4}" type="pres">
      <dgm:prSet presAssocID="{47BA08C0-7D30-4BD3-B22B-BB1827517F8A}" presName="dummy" presStyleCnt="0"/>
      <dgm:spPr/>
    </dgm:pt>
    <dgm:pt modelId="{E8F08BB2-5A3D-4B75-8A8F-8A8BF1CA672C}" type="pres">
      <dgm:prSet presAssocID="{47BA08C0-7D30-4BD3-B22B-BB1827517F8A}" presName="node" presStyleLbl="revTx" presStyleIdx="2" presStyleCnt="5">
        <dgm:presLayoutVars>
          <dgm:bulletEnabled val="1"/>
        </dgm:presLayoutVars>
      </dgm:prSet>
      <dgm:spPr/>
    </dgm:pt>
    <dgm:pt modelId="{C494EF76-C40C-4195-84BA-B8918742BA1B}" type="pres">
      <dgm:prSet presAssocID="{22A3BCE7-580E-4186-909F-9B7E81F75348}" presName="sibTrans" presStyleLbl="node1" presStyleIdx="2" presStyleCnt="5"/>
      <dgm:spPr/>
    </dgm:pt>
    <dgm:pt modelId="{EAA1A781-C834-4881-B489-7CE11A595F62}" type="pres">
      <dgm:prSet presAssocID="{66150345-2482-47BC-9F9C-CA213BEC5645}" presName="dummy" presStyleCnt="0"/>
      <dgm:spPr/>
    </dgm:pt>
    <dgm:pt modelId="{355A144F-4981-4CAF-96B0-45F1F0BBB7B1}" type="pres">
      <dgm:prSet presAssocID="{66150345-2482-47BC-9F9C-CA213BEC5645}" presName="node" presStyleLbl="revTx" presStyleIdx="3" presStyleCnt="5">
        <dgm:presLayoutVars>
          <dgm:bulletEnabled val="1"/>
        </dgm:presLayoutVars>
      </dgm:prSet>
      <dgm:spPr/>
    </dgm:pt>
    <dgm:pt modelId="{2BCBECA6-4A10-4B4C-8730-7CF1B15264AD}" type="pres">
      <dgm:prSet presAssocID="{35118631-38CB-4845-BB9F-DF84769FB6C0}" presName="sibTrans" presStyleLbl="node1" presStyleIdx="3" presStyleCnt="5"/>
      <dgm:spPr/>
    </dgm:pt>
    <dgm:pt modelId="{6E06A358-99B4-44CB-8B31-C772737FA6B5}" type="pres">
      <dgm:prSet presAssocID="{188BBDD0-8590-47F7-80B2-AC53B6E24708}" presName="dummy" presStyleCnt="0"/>
      <dgm:spPr/>
    </dgm:pt>
    <dgm:pt modelId="{19DDFA17-21EC-4664-B954-B26817347FD7}" type="pres">
      <dgm:prSet presAssocID="{188BBDD0-8590-47F7-80B2-AC53B6E24708}" presName="node" presStyleLbl="revTx" presStyleIdx="4" presStyleCnt="5">
        <dgm:presLayoutVars>
          <dgm:bulletEnabled val="1"/>
        </dgm:presLayoutVars>
      </dgm:prSet>
      <dgm:spPr/>
    </dgm:pt>
    <dgm:pt modelId="{44EE4CB7-067C-4C94-86CC-D5BABD65A62B}" type="pres">
      <dgm:prSet presAssocID="{8926DD58-45EB-4C23-9C04-6D742BB17237}" presName="sibTrans" presStyleLbl="node1" presStyleIdx="4" presStyleCnt="5"/>
      <dgm:spPr/>
    </dgm:pt>
  </dgm:ptLst>
  <dgm:cxnLst>
    <dgm:cxn modelId="{8AB3A20E-4859-49DF-862A-BB0647281E29}" type="presOf" srcId="{29B675F5-36A1-4B1A-8CDF-F195176A941B}" destId="{13EE1856-3E21-452C-AECA-2517B7E1A50E}" srcOrd="0" destOrd="0" presId="urn:microsoft.com/office/officeart/2005/8/layout/cycle1"/>
    <dgm:cxn modelId="{B6CE1814-0059-477C-A3EF-5DA0242D7BDF}" type="presOf" srcId="{D4B2E335-668F-4B8A-8686-9638B378AC1F}" destId="{F54A8AC5-DC15-40CA-8064-104ED4F1000C}" srcOrd="0" destOrd="0" presId="urn:microsoft.com/office/officeart/2005/8/layout/cycle1"/>
    <dgm:cxn modelId="{9D4AA514-13E7-4C60-9E63-30D426F6A76F}" type="presOf" srcId="{22A3BCE7-580E-4186-909F-9B7E81F75348}" destId="{C494EF76-C40C-4195-84BA-B8918742BA1B}" srcOrd="0" destOrd="0" presId="urn:microsoft.com/office/officeart/2005/8/layout/cycle1"/>
    <dgm:cxn modelId="{29D4131A-C707-4BB2-9284-CC74EBA4C938}" srcId="{2A84BF02-5573-4CE9-B042-60078DADA875}" destId="{66150345-2482-47BC-9F9C-CA213BEC5645}" srcOrd="3" destOrd="0" parTransId="{B23D9A15-8E0A-4D61-A9FD-21A9F54BF53D}" sibTransId="{35118631-38CB-4845-BB9F-DF84769FB6C0}"/>
    <dgm:cxn modelId="{4D9C4321-F77A-4566-8E7E-4FF7D7B43F8D}" type="presOf" srcId="{2A84BF02-5573-4CE9-B042-60078DADA875}" destId="{D85C4B37-F1FA-4AEF-83C0-B6CF213F0748}" srcOrd="0" destOrd="0" presId="urn:microsoft.com/office/officeart/2005/8/layout/cycle1"/>
    <dgm:cxn modelId="{4B3BF525-7C8C-4702-817B-43CCE8720B03}" type="presOf" srcId="{267EDB00-9B64-46CD-83FA-C5BAA68014FB}" destId="{2696067F-096B-4D97-B0A9-49E3106E83DE}" srcOrd="0" destOrd="0" presId="urn:microsoft.com/office/officeart/2005/8/layout/cycle1"/>
    <dgm:cxn modelId="{C4A46A48-5FB5-45EC-A2FA-AD95662B094E}" srcId="{2A84BF02-5573-4CE9-B042-60078DADA875}" destId="{47BA08C0-7D30-4BD3-B22B-BB1827517F8A}" srcOrd="2" destOrd="0" parTransId="{8905AF23-3818-441B-87CC-330AC15791F9}" sibTransId="{22A3BCE7-580E-4186-909F-9B7E81F75348}"/>
    <dgm:cxn modelId="{7EF92D4F-CEDC-499C-8756-87A55B38748B}" type="presOf" srcId="{188BBDD0-8590-47F7-80B2-AC53B6E24708}" destId="{19DDFA17-21EC-4664-B954-B26817347FD7}" srcOrd="0" destOrd="0" presId="urn:microsoft.com/office/officeart/2005/8/layout/cycle1"/>
    <dgm:cxn modelId="{BE357D58-F6F2-40DF-A8F8-7C6D8A6230A7}" srcId="{2A84BF02-5573-4CE9-B042-60078DADA875}" destId="{188BBDD0-8590-47F7-80B2-AC53B6E24708}" srcOrd="4" destOrd="0" parTransId="{2C481532-DCF2-4ED2-9BD4-9D74314D6AF4}" sibTransId="{8926DD58-45EB-4C23-9C04-6D742BB17237}"/>
    <dgm:cxn modelId="{3A282A8C-34BE-4CEB-889F-23D74203BDC9}" type="presOf" srcId="{8926DD58-45EB-4C23-9C04-6D742BB17237}" destId="{44EE4CB7-067C-4C94-86CC-D5BABD65A62B}" srcOrd="0" destOrd="0" presId="urn:microsoft.com/office/officeart/2005/8/layout/cycle1"/>
    <dgm:cxn modelId="{F787EE8C-1CEC-4E81-8E5E-8B549BF5F0E9}" srcId="{2A84BF02-5573-4CE9-B042-60078DADA875}" destId="{29B675F5-36A1-4B1A-8CDF-F195176A941B}" srcOrd="0" destOrd="0" parTransId="{91AA4E12-8056-441B-B2E6-BABFAC9CF3F8}" sibTransId="{CE133A98-9C30-46B2-8F00-7DB7CE13ED68}"/>
    <dgm:cxn modelId="{0C22B8BA-1962-4BE7-A020-4951D6A827B5}" type="presOf" srcId="{CE133A98-9C30-46B2-8F00-7DB7CE13ED68}" destId="{F45FC5DA-0B3D-4995-8D76-DFF200D342D1}" srcOrd="0" destOrd="0" presId="urn:microsoft.com/office/officeart/2005/8/layout/cycle1"/>
    <dgm:cxn modelId="{F54B68D9-673C-4DD1-A274-0883376E085F}" type="presOf" srcId="{47BA08C0-7D30-4BD3-B22B-BB1827517F8A}" destId="{E8F08BB2-5A3D-4B75-8A8F-8A8BF1CA672C}" srcOrd="0" destOrd="0" presId="urn:microsoft.com/office/officeart/2005/8/layout/cycle1"/>
    <dgm:cxn modelId="{C26EE2DB-5B8C-4766-AA18-410CF47C6B33}" srcId="{2A84BF02-5573-4CE9-B042-60078DADA875}" destId="{D4B2E335-668F-4B8A-8686-9638B378AC1F}" srcOrd="1" destOrd="0" parTransId="{913B019D-DBB7-4F4E-B4B5-B7C3504C218C}" sibTransId="{267EDB00-9B64-46CD-83FA-C5BAA68014FB}"/>
    <dgm:cxn modelId="{46AECCEB-42B1-48A2-8A45-82E0D1DEDBCC}" type="presOf" srcId="{35118631-38CB-4845-BB9F-DF84769FB6C0}" destId="{2BCBECA6-4A10-4B4C-8730-7CF1B15264AD}" srcOrd="0" destOrd="0" presId="urn:microsoft.com/office/officeart/2005/8/layout/cycle1"/>
    <dgm:cxn modelId="{E7F3C5EC-1B75-4631-8540-13A34CB6EEEE}" type="presOf" srcId="{66150345-2482-47BC-9F9C-CA213BEC5645}" destId="{355A144F-4981-4CAF-96B0-45F1F0BBB7B1}" srcOrd="0" destOrd="0" presId="urn:microsoft.com/office/officeart/2005/8/layout/cycle1"/>
    <dgm:cxn modelId="{CC18BD2E-53C8-4F4F-9762-56174C70C016}" type="presParOf" srcId="{D85C4B37-F1FA-4AEF-83C0-B6CF213F0748}" destId="{CCDA25D6-8C15-45D9-979A-EC6F14D274A3}" srcOrd="0" destOrd="0" presId="urn:microsoft.com/office/officeart/2005/8/layout/cycle1"/>
    <dgm:cxn modelId="{98B31297-680A-45F8-80A6-D629F5187E03}" type="presParOf" srcId="{D85C4B37-F1FA-4AEF-83C0-B6CF213F0748}" destId="{13EE1856-3E21-452C-AECA-2517B7E1A50E}" srcOrd="1" destOrd="0" presId="urn:microsoft.com/office/officeart/2005/8/layout/cycle1"/>
    <dgm:cxn modelId="{2CE64FFA-FF34-44FA-83ED-07EA3744FA71}" type="presParOf" srcId="{D85C4B37-F1FA-4AEF-83C0-B6CF213F0748}" destId="{F45FC5DA-0B3D-4995-8D76-DFF200D342D1}" srcOrd="2" destOrd="0" presId="urn:microsoft.com/office/officeart/2005/8/layout/cycle1"/>
    <dgm:cxn modelId="{2AEA7936-C2F4-45B1-882A-3A634851376D}" type="presParOf" srcId="{D85C4B37-F1FA-4AEF-83C0-B6CF213F0748}" destId="{C919B9E1-E1B8-49B2-BD2D-038E1C44DB60}" srcOrd="3" destOrd="0" presId="urn:microsoft.com/office/officeart/2005/8/layout/cycle1"/>
    <dgm:cxn modelId="{51C02685-DD1E-45E3-96A4-AD7D978E22FB}" type="presParOf" srcId="{D85C4B37-F1FA-4AEF-83C0-B6CF213F0748}" destId="{F54A8AC5-DC15-40CA-8064-104ED4F1000C}" srcOrd="4" destOrd="0" presId="urn:microsoft.com/office/officeart/2005/8/layout/cycle1"/>
    <dgm:cxn modelId="{90CB693C-52A4-40DC-9169-BDE5609D8453}" type="presParOf" srcId="{D85C4B37-F1FA-4AEF-83C0-B6CF213F0748}" destId="{2696067F-096B-4D97-B0A9-49E3106E83DE}" srcOrd="5" destOrd="0" presId="urn:microsoft.com/office/officeart/2005/8/layout/cycle1"/>
    <dgm:cxn modelId="{A3A8BB3C-B863-4C83-975E-BBF0DE3667D8}" type="presParOf" srcId="{D85C4B37-F1FA-4AEF-83C0-B6CF213F0748}" destId="{B5668BA8-5D51-4981-AB5D-BAFDF0CF68D4}" srcOrd="6" destOrd="0" presId="urn:microsoft.com/office/officeart/2005/8/layout/cycle1"/>
    <dgm:cxn modelId="{5D1677D7-0027-4EED-A205-B772EF0E1B3A}" type="presParOf" srcId="{D85C4B37-F1FA-4AEF-83C0-B6CF213F0748}" destId="{E8F08BB2-5A3D-4B75-8A8F-8A8BF1CA672C}" srcOrd="7" destOrd="0" presId="urn:microsoft.com/office/officeart/2005/8/layout/cycle1"/>
    <dgm:cxn modelId="{26168F72-552F-49C3-9715-2EB081DE823E}" type="presParOf" srcId="{D85C4B37-F1FA-4AEF-83C0-B6CF213F0748}" destId="{C494EF76-C40C-4195-84BA-B8918742BA1B}" srcOrd="8" destOrd="0" presId="urn:microsoft.com/office/officeart/2005/8/layout/cycle1"/>
    <dgm:cxn modelId="{44F37182-812B-4145-96F5-6D921A8BC7B5}" type="presParOf" srcId="{D85C4B37-F1FA-4AEF-83C0-B6CF213F0748}" destId="{EAA1A781-C834-4881-B489-7CE11A595F62}" srcOrd="9" destOrd="0" presId="urn:microsoft.com/office/officeart/2005/8/layout/cycle1"/>
    <dgm:cxn modelId="{93272F5B-C226-4BDA-A393-A4C7414DD71E}" type="presParOf" srcId="{D85C4B37-F1FA-4AEF-83C0-B6CF213F0748}" destId="{355A144F-4981-4CAF-96B0-45F1F0BBB7B1}" srcOrd="10" destOrd="0" presId="urn:microsoft.com/office/officeart/2005/8/layout/cycle1"/>
    <dgm:cxn modelId="{EDBD88F5-7721-4DB5-A7AE-0D1B98ADC18A}" type="presParOf" srcId="{D85C4B37-F1FA-4AEF-83C0-B6CF213F0748}" destId="{2BCBECA6-4A10-4B4C-8730-7CF1B15264AD}" srcOrd="11" destOrd="0" presId="urn:microsoft.com/office/officeart/2005/8/layout/cycle1"/>
    <dgm:cxn modelId="{177C4C8B-36BF-4384-B1DF-44563EDAD2D1}" type="presParOf" srcId="{D85C4B37-F1FA-4AEF-83C0-B6CF213F0748}" destId="{6E06A358-99B4-44CB-8B31-C772737FA6B5}" srcOrd="12" destOrd="0" presId="urn:microsoft.com/office/officeart/2005/8/layout/cycle1"/>
    <dgm:cxn modelId="{3FC52C54-A1BF-4F3F-8BDE-8001ACDBB48C}" type="presParOf" srcId="{D85C4B37-F1FA-4AEF-83C0-B6CF213F0748}" destId="{19DDFA17-21EC-4664-B954-B26817347FD7}" srcOrd="13" destOrd="0" presId="urn:microsoft.com/office/officeart/2005/8/layout/cycle1"/>
    <dgm:cxn modelId="{A44A15FC-1DDD-41F7-A5C5-92741329F83F}" type="presParOf" srcId="{D85C4B37-F1FA-4AEF-83C0-B6CF213F0748}" destId="{44EE4CB7-067C-4C94-86CC-D5BABD65A62B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361FA54-D9E9-44B3-ABC8-A708FAD306B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1FD467-454F-4CA7-A7E5-2722F0B20951}">
      <dgm:prSet/>
      <dgm:spPr/>
      <dgm:t>
        <a:bodyPr/>
        <a:lstStyle/>
        <a:p>
          <a:r>
            <a:rPr lang="en-US"/>
            <a:t>• Price increases with longer duration and closer departure date.</a:t>
          </a:r>
        </a:p>
      </dgm:t>
    </dgm:pt>
    <dgm:pt modelId="{6CA0F915-E16E-48B6-9C0B-BEA9C9EB7E1C}" type="parTrans" cxnId="{E0639D57-E157-4C37-BADE-ACF70A0268F7}">
      <dgm:prSet/>
      <dgm:spPr/>
      <dgm:t>
        <a:bodyPr/>
        <a:lstStyle/>
        <a:p>
          <a:endParaRPr lang="en-US"/>
        </a:p>
      </dgm:t>
    </dgm:pt>
    <dgm:pt modelId="{E348FC07-21E8-4246-B84F-9C4AE70707F7}" type="sibTrans" cxnId="{E0639D57-E157-4C37-BADE-ACF70A0268F7}">
      <dgm:prSet/>
      <dgm:spPr/>
      <dgm:t>
        <a:bodyPr/>
        <a:lstStyle/>
        <a:p>
          <a:endParaRPr lang="en-US"/>
        </a:p>
      </dgm:t>
    </dgm:pt>
    <dgm:pt modelId="{7BB7CD64-774E-4913-B2D2-0E9C760A5D3B}">
      <dgm:prSet/>
      <dgm:spPr/>
      <dgm:t>
        <a:bodyPr/>
        <a:lstStyle/>
        <a:p>
          <a:r>
            <a:rPr lang="en-US"/>
            <a:t>• Non-stop flights cost more than connecting ones.</a:t>
          </a:r>
        </a:p>
      </dgm:t>
    </dgm:pt>
    <dgm:pt modelId="{EA2CAE68-6703-4117-8C90-654428CBFE39}" type="parTrans" cxnId="{B000C183-98CA-4264-BE3A-ACF4EFA201A3}">
      <dgm:prSet/>
      <dgm:spPr/>
      <dgm:t>
        <a:bodyPr/>
        <a:lstStyle/>
        <a:p>
          <a:endParaRPr lang="en-US"/>
        </a:p>
      </dgm:t>
    </dgm:pt>
    <dgm:pt modelId="{B42B6B8A-DEEE-495E-95FC-3A6F860DB9A9}" type="sibTrans" cxnId="{B000C183-98CA-4264-BE3A-ACF4EFA201A3}">
      <dgm:prSet/>
      <dgm:spPr/>
      <dgm:t>
        <a:bodyPr/>
        <a:lstStyle/>
        <a:p>
          <a:endParaRPr lang="en-US"/>
        </a:p>
      </dgm:t>
    </dgm:pt>
    <dgm:pt modelId="{96BAE0E5-2FAE-47F7-B120-F9CFB0408384}">
      <dgm:prSet/>
      <dgm:spPr/>
      <dgm:t>
        <a:bodyPr/>
        <a:lstStyle/>
        <a:p>
          <a:r>
            <a:rPr lang="en-US"/>
            <a:t>• Certain airlines show higher average fares.</a:t>
          </a:r>
        </a:p>
      </dgm:t>
    </dgm:pt>
    <dgm:pt modelId="{A4F0EDDA-E324-4424-8C4C-F45BB187A246}" type="parTrans" cxnId="{02945FC7-657A-4EBB-882F-FB66441E5624}">
      <dgm:prSet/>
      <dgm:spPr/>
      <dgm:t>
        <a:bodyPr/>
        <a:lstStyle/>
        <a:p>
          <a:endParaRPr lang="en-US"/>
        </a:p>
      </dgm:t>
    </dgm:pt>
    <dgm:pt modelId="{0C28C593-B8C6-4315-8A56-66F99DF4B4E3}" type="sibTrans" cxnId="{02945FC7-657A-4EBB-882F-FB66441E5624}">
      <dgm:prSet/>
      <dgm:spPr/>
      <dgm:t>
        <a:bodyPr/>
        <a:lstStyle/>
        <a:p>
          <a:endParaRPr lang="en-US"/>
        </a:p>
      </dgm:t>
    </dgm:pt>
    <dgm:pt modelId="{D37443AB-8BFD-426F-8BBA-7329FD0C5A34}" type="pres">
      <dgm:prSet presAssocID="{0361FA54-D9E9-44B3-ABC8-A708FAD306B3}" presName="linear" presStyleCnt="0">
        <dgm:presLayoutVars>
          <dgm:animLvl val="lvl"/>
          <dgm:resizeHandles val="exact"/>
        </dgm:presLayoutVars>
      </dgm:prSet>
      <dgm:spPr/>
    </dgm:pt>
    <dgm:pt modelId="{0E3EB1F4-0FEB-49EA-BFE5-D51BA059A152}" type="pres">
      <dgm:prSet presAssocID="{171FD467-454F-4CA7-A7E5-2722F0B2095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1F94D0-342B-4A78-932C-E048CE5E386D}" type="pres">
      <dgm:prSet presAssocID="{E348FC07-21E8-4246-B84F-9C4AE70707F7}" presName="spacer" presStyleCnt="0"/>
      <dgm:spPr/>
    </dgm:pt>
    <dgm:pt modelId="{7D898783-7D06-4F48-BF62-5D524530CCBB}" type="pres">
      <dgm:prSet presAssocID="{7BB7CD64-774E-4913-B2D2-0E9C760A5D3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34C024-C2C8-4E1E-AFA7-4FE3930DDC3B}" type="pres">
      <dgm:prSet presAssocID="{B42B6B8A-DEEE-495E-95FC-3A6F860DB9A9}" presName="spacer" presStyleCnt="0"/>
      <dgm:spPr/>
    </dgm:pt>
    <dgm:pt modelId="{8671256B-782B-4E15-BCBE-38A76D19272B}" type="pres">
      <dgm:prSet presAssocID="{96BAE0E5-2FAE-47F7-B120-F9CFB040838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5DBD28-CA0F-4D31-ACB5-A8AB71526391}" type="presOf" srcId="{0361FA54-D9E9-44B3-ABC8-A708FAD306B3}" destId="{D37443AB-8BFD-426F-8BBA-7329FD0C5A34}" srcOrd="0" destOrd="0" presId="urn:microsoft.com/office/officeart/2005/8/layout/vList2"/>
    <dgm:cxn modelId="{E0639D57-E157-4C37-BADE-ACF70A0268F7}" srcId="{0361FA54-D9E9-44B3-ABC8-A708FAD306B3}" destId="{171FD467-454F-4CA7-A7E5-2722F0B20951}" srcOrd="0" destOrd="0" parTransId="{6CA0F915-E16E-48B6-9C0B-BEA9C9EB7E1C}" sibTransId="{E348FC07-21E8-4246-B84F-9C4AE70707F7}"/>
    <dgm:cxn modelId="{93144683-F8AA-41C8-9711-B79C7FAC8FC1}" type="presOf" srcId="{7BB7CD64-774E-4913-B2D2-0E9C760A5D3B}" destId="{7D898783-7D06-4F48-BF62-5D524530CCBB}" srcOrd="0" destOrd="0" presId="urn:microsoft.com/office/officeart/2005/8/layout/vList2"/>
    <dgm:cxn modelId="{B000C183-98CA-4264-BE3A-ACF4EFA201A3}" srcId="{0361FA54-D9E9-44B3-ABC8-A708FAD306B3}" destId="{7BB7CD64-774E-4913-B2D2-0E9C760A5D3B}" srcOrd="1" destOrd="0" parTransId="{EA2CAE68-6703-4117-8C90-654428CBFE39}" sibTransId="{B42B6B8A-DEEE-495E-95FC-3A6F860DB9A9}"/>
    <dgm:cxn modelId="{CA4D6BBE-E123-483F-9836-05727418FC05}" type="presOf" srcId="{171FD467-454F-4CA7-A7E5-2722F0B20951}" destId="{0E3EB1F4-0FEB-49EA-BFE5-D51BA059A152}" srcOrd="0" destOrd="0" presId="urn:microsoft.com/office/officeart/2005/8/layout/vList2"/>
    <dgm:cxn modelId="{02945FC7-657A-4EBB-882F-FB66441E5624}" srcId="{0361FA54-D9E9-44B3-ABC8-A708FAD306B3}" destId="{96BAE0E5-2FAE-47F7-B120-F9CFB0408384}" srcOrd="2" destOrd="0" parTransId="{A4F0EDDA-E324-4424-8C4C-F45BB187A246}" sibTransId="{0C28C593-B8C6-4315-8A56-66F99DF4B4E3}"/>
    <dgm:cxn modelId="{BD742FD9-9AD4-497A-97FB-C8F34275C4AE}" type="presOf" srcId="{96BAE0E5-2FAE-47F7-B120-F9CFB0408384}" destId="{8671256B-782B-4E15-BCBE-38A76D19272B}" srcOrd="0" destOrd="0" presId="urn:microsoft.com/office/officeart/2005/8/layout/vList2"/>
    <dgm:cxn modelId="{E0DAD8DE-CD54-4EFC-A2B0-BAC1D8EC21EB}" type="presParOf" srcId="{D37443AB-8BFD-426F-8BBA-7329FD0C5A34}" destId="{0E3EB1F4-0FEB-49EA-BFE5-D51BA059A152}" srcOrd="0" destOrd="0" presId="urn:microsoft.com/office/officeart/2005/8/layout/vList2"/>
    <dgm:cxn modelId="{F2695CF1-F343-49FD-AABF-E77F79D74C76}" type="presParOf" srcId="{D37443AB-8BFD-426F-8BBA-7329FD0C5A34}" destId="{F71F94D0-342B-4A78-932C-E048CE5E386D}" srcOrd="1" destOrd="0" presId="urn:microsoft.com/office/officeart/2005/8/layout/vList2"/>
    <dgm:cxn modelId="{E8A9922E-5724-4B5C-97E9-F0237F383035}" type="presParOf" srcId="{D37443AB-8BFD-426F-8BBA-7329FD0C5A34}" destId="{7D898783-7D06-4F48-BF62-5D524530CCBB}" srcOrd="2" destOrd="0" presId="urn:microsoft.com/office/officeart/2005/8/layout/vList2"/>
    <dgm:cxn modelId="{2F56E6B4-ADE7-4D63-B094-C559A496F14B}" type="presParOf" srcId="{D37443AB-8BFD-426F-8BBA-7329FD0C5A34}" destId="{D534C024-C2C8-4E1E-AFA7-4FE3930DDC3B}" srcOrd="3" destOrd="0" presId="urn:microsoft.com/office/officeart/2005/8/layout/vList2"/>
    <dgm:cxn modelId="{6E9D2164-F888-48EB-A40C-5FCBC6B897CF}" type="presParOf" srcId="{D37443AB-8BFD-426F-8BBA-7329FD0C5A34}" destId="{8671256B-782B-4E15-BCBE-38A76D1927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BD2F294-BC8D-48B4-8C83-30B0A3836C3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67773CE-5E26-44DF-8AC2-4C7D3725014E}">
      <dgm:prSet/>
      <dgm:spPr/>
      <dgm:t>
        <a:bodyPr/>
        <a:lstStyle/>
        <a:p>
          <a:r>
            <a:rPr lang="en-US"/>
            <a:t>Linear Regression → Simpler but less accurate.</a:t>
          </a:r>
        </a:p>
      </dgm:t>
    </dgm:pt>
    <dgm:pt modelId="{D5014C5E-F4C1-480B-B5FE-9904108589B1}" type="parTrans" cxnId="{DAC3AEDA-2FF4-4D36-9BF8-F2045840AC6C}">
      <dgm:prSet/>
      <dgm:spPr/>
      <dgm:t>
        <a:bodyPr/>
        <a:lstStyle/>
        <a:p>
          <a:endParaRPr lang="en-US"/>
        </a:p>
      </dgm:t>
    </dgm:pt>
    <dgm:pt modelId="{C7599995-630E-497E-B8EE-268E70E3FB14}" type="sibTrans" cxnId="{DAC3AEDA-2FF4-4D36-9BF8-F2045840AC6C}">
      <dgm:prSet/>
      <dgm:spPr/>
      <dgm:t>
        <a:bodyPr/>
        <a:lstStyle/>
        <a:p>
          <a:endParaRPr lang="en-US"/>
        </a:p>
      </dgm:t>
    </dgm:pt>
    <dgm:pt modelId="{7B0018B6-D4BE-400B-8FA7-D918495B9963}">
      <dgm:prSet/>
      <dgm:spPr/>
      <dgm:t>
        <a:bodyPr/>
        <a:lstStyle/>
        <a:p>
          <a:r>
            <a:rPr lang="en-US"/>
            <a:t>Random Forest → More accurate, handles complexity well.</a:t>
          </a:r>
        </a:p>
      </dgm:t>
    </dgm:pt>
    <dgm:pt modelId="{D4E34AC9-F71B-41B4-A421-2A750BB22250}" type="parTrans" cxnId="{C7573F1F-5126-4396-A659-13E7463BEF2B}">
      <dgm:prSet/>
      <dgm:spPr/>
      <dgm:t>
        <a:bodyPr/>
        <a:lstStyle/>
        <a:p>
          <a:endParaRPr lang="en-US"/>
        </a:p>
      </dgm:t>
    </dgm:pt>
    <dgm:pt modelId="{17878EDD-2BBF-45C1-A53A-AABFB0E37F78}" type="sibTrans" cxnId="{C7573F1F-5126-4396-A659-13E7463BEF2B}">
      <dgm:prSet/>
      <dgm:spPr/>
      <dgm:t>
        <a:bodyPr/>
        <a:lstStyle/>
        <a:p>
          <a:endParaRPr lang="en-US"/>
        </a:p>
      </dgm:t>
    </dgm:pt>
    <dgm:pt modelId="{62ADB122-EC1A-47D8-945F-CEE81598C6E7}">
      <dgm:prSet/>
      <dgm:spPr/>
      <dgm:t>
        <a:bodyPr/>
        <a:lstStyle/>
        <a:p>
          <a:r>
            <a:rPr lang="en-US"/>
            <a:t>Hence, Random Forest chosen for final prediction.</a:t>
          </a:r>
        </a:p>
      </dgm:t>
    </dgm:pt>
    <dgm:pt modelId="{850AC85B-A7E9-4774-A203-26651FC9A040}" type="parTrans" cxnId="{FF5E4CA8-9506-45AB-9B86-D4B9F1BA3B1B}">
      <dgm:prSet/>
      <dgm:spPr/>
      <dgm:t>
        <a:bodyPr/>
        <a:lstStyle/>
        <a:p>
          <a:endParaRPr lang="en-US"/>
        </a:p>
      </dgm:t>
    </dgm:pt>
    <dgm:pt modelId="{41260680-5C5C-473C-B4E8-9C7E547A3ECC}" type="sibTrans" cxnId="{FF5E4CA8-9506-45AB-9B86-D4B9F1BA3B1B}">
      <dgm:prSet/>
      <dgm:spPr/>
      <dgm:t>
        <a:bodyPr/>
        <a:lstStyle/>
        <a:p>
          <a:endParaRPr lang="en-US"/>
        </a:p>
      </dgm:t>
    </dgm:pt>
    <dgm:pt modelId="{9D3A5692-E514-4F94-AD3B-9B5C25EC1081}" type="pres">
      <dgm:prSet presAssocID="{7BD2F294-BC8D-48B4-8C83-30B0A3836C33}" presName="root" presStyleCnt="0">
        <dgm:presLayoutVars>
          <dgm:dir/>
          <dgm:resizeHandles val="exact"/>
        </dgm:presLayoutVars>
      </dgm:prSet>
      <dgm:spPr/>
    </dgm:pt>
    <dgm:pt modelId="{830D4B87-5323-4493-9C39-DA5E2A884EE1}" type="pres">
      <dgm:prSet presAssocID="{267773CE-5E26-44DF-8AC2-4C7D3725014E}" presName="compNode" presStyleCnt="0"/>
      <dgm:spPr/>
    </dgm:pt>
    <dgm:pt modelId="{7A2EC283-FFF8-4D7C-B986-085D5ADCF92B}" type="pres">
      <dgm:prSet presAssocID="{267773CE-5E26-44DF-8AC2-4C7D372501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EC20C9BF-8FFE-4EC4-BB68-5F27A77EE23A}" type="pres">
      <dgm:prSet presAssocID="{267773CE-5E26-44DF-8AC2-4C7D3725014E}" presName="spaceRect" presStyleCnt="0"/>
      <dgm:spPr/>
    </dgm:pt>
    <dgm:pt modelId="{411365A4-07F0-4E2E-ABE5-83A764EBA08A}" type="pres">
      <dgm:prSet presAssocID="{267773CE-5E26-44DF-8AC2-4C7D3725014E}" presName="textRect" presStyleLbl="revTx" presStyleIdx="0" presStyleCnt="3">
        <dgm:presLayoutVars>
          <dgm:chMax val="1"/>
          <dgm:chPref val="1"/>
        </dgm:presLayoutVars>
      </dgm:prSet>
      <dgm:spPr/>
    </dgm:pt>
    <dgm:pt modelId="{E64D4B66-B269-439A-B62E-35DFB7747EDC}" type="pres">
      <dgm:prSet presAssocID="{C7599995-630E-497E-B8EE-268E70E3FB14}" presName="sibTrans" presStyleCnt="0"/>
      <dgm:spPr/>
    </dgm:pt>
    <dgm:pt modelId="{5FD8111C-E1BF-4B3A-9451-9F78FDC868FB}" type="pres">
      <dgm:prSet presAssocID="{7B0018B6-D4BE-400B-8FA7-D918495B9963}" presName="compNode" presStyleCnt="0"/>
      <dgm:spPr/>
    </dgm:pt>
    <dgm:pt modelId="{B70768F1-292F-45FF-ACEE-CC5F1867DDCC}" type="pres">
      <dgm:prSet presAssocID="{7B0018B6-D4BE-400B-8FA7-D918495B99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04BBF872-8CD6-4FD3-92F0-D83CD004BB16}" type="pres">
      <dgm:prSet presAssocID="{7B0018B6-D4BE-400B-8FA7-D918495B9963}" presName="spaceRect" presStyleCnt="0"/>
      <dgm:spPr/>
    </dgm:pt>
    <dgm:pt modelId="{4357AFE5-BFAE-4F56-A3CF-F7B67394EF3E}" type="pres">
      <dgm:prSet presAssocID="{7B0018B6-D4BE-400B-8FA7-D918495B9963}" presName="textRect" presStyleLbl="revTx" presStyleIdx="1" presStyleCnt="3">
        <dgm:presLayoutVars>
          <dgm:chMax val="1"/>
          <dgm:chPref val="1"/>
        </dgm:presLayoutVars>
      </dgm:prSet>
      <dgm:spPr/>
    </dgm:pt>
    <dgm:pt modelId="{24C1B193-ECEA-4029-8FCF-4926CE48AC49}" type="pres">
      <dgm:prSet presAssocID="{17878EDD-2BBF-45C1-A53A-AABFB0E37F78}" presName="sibTrans" presStyleCnt="0"/>
      <dgm:spPr/>
    </dgm:pt>
    <dgm:pt modelId="{EB3621E5-955C-4C51-98A0-697CFD3715A3}" type="pres">
      <dgm:prSet presAssocID="{62ADB122-EC1A-47D8-945F-CEE81598C6E7}" presName="compNode" presStyleCnt="0"/>
      <dgm:spPr/>
    </dgm:pt>
    <dgm:pt modelId="{783508AE-8FBE-4654-8F0B-A11F92AA6FB0}" type="pres">
      <dgm:prSet presAssocID="{62ADB122-EC1A-47D8-945F-CEE81598C6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4D9E9C37-BAFD-4895-AAB5-F34A2CE1B998}" type="pres">
      <dgm:prSet presAssocID="{62ADB122-EC1A-47D8-945F-CEE81598C6E7}" presName="spaceRect" presStyleCnt="0"/>
      <dgm:spPr/>
    </dgm:pt>
    <dgm:pt modelId="{4985A9E8-4455-463B-837A-F50B875E56DF}" type="pres">
      <dgm:prSet presAssocID="{62ADB122-EC1A-47D8-945F-CEE81598C6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248B06-BAAA-4F3A-82E5-09FD0D9E4790}" type="presOf" srcId="{267773CE-5E26-44DF-8AC2-4C7D3725014E}" destId="{411365A4-07F0-4E2E-ABE5-83A764EBA08A}" srcOrd="0" destOrd="0" presId="urn:microsoft.com/office/officeart/2018/2/layout/IconLabelList"/>
    <dgm:cxn modelId="{E87A4C18-8204-4E43-9F62-5694D49EF3D4}" type="presOf" srcId="{7BD2F294-BC8D-48B4-8C83-30B0A3836C33}" destId="{9D3A5692-E514-4F94-AD3B-9B5C25EC1081}" srcOrd="0" destOrd="0" presId="urn:microsoft.com/office/officeart/2018/2/layout/IconLabelList"/>
    <dgm:cxn modelId="{C7573F1F-5126-4396-A659-13E7463BEF2B}" srcId="{7BD2F294-BC8D-48B4-8C83-30B0A3836C33}" destId="{7B0018B6-D4BE-400B-8FA7-D918495B9963}" srcOrd="1" destOrd="0" parTransId="{D4E34AC9-F71B-41B4-A421-2A750BB22250}" sibTransId="{17878EDD-2BBF-45C1-A53A-AABFB0E37F78}"/>
    <dgm:cxn modelId="{CC2265A8-EB37-4806-9E80-79A19A369245}" type="presOf" srcId="{7B0018B6-D4BE-400B-8FA7-D918495B9963}" destId="{4357AFE5-BFAE-4F56-A3CF-F7B67394EF3E}" srcOrd="0" destOrd="0" presId="urn:microsoft.com/office/officeart/2018/2/layout/IconLabelList"/>
    <dgm:cxn modelId="{FF5E4CA8-9506-45AB-9B86-D4B9F1BA3B1B}" srcId="{7BD2F294-BC8D-48B4-8C83-30B0A3836C33}" destId="{62ADB122-EC1A-47D8-945F-CEE81598C6E7}" srcOrd="2" destOrd="0" parTransId="{850AC85B-A7E9-4774-A203-26651FC9A040}" sibTransId="{41260680-5C5C-473C-B4E8-9C7E547A3ECC}"/>
    <dgm:cxn modelId="{0E5A04B8-D806-430E-A590-7C6AAD808905}" type="presOf" srcId="{62ADB122-EC1A-47D8-945F-CEE81598C6E7}" destId="{4985A9E8-4455-463B-837A-F50B875E56DF}" srcOrd="0" destOrd="0" presId="urn:microsoft.com/office/officeart/2018/2/layout/IconLabelList"/>
    <dgm:cxn modelId="{DAC3AEDA-2FF4-4D36-9BF8-F2045840AC6C}" srcId="{7BD2F294-BC8D-48B4-8C83-30B0A3836C33}" destId="{267773CE-5E26-44DF-8AC2-4C7D3725014E}" srcOrd="0" destOrd="0" parTransId="{D5014C5E-F4C1-480B-B5FE-9904108589B1}" sibTransId="{C7599995-630E-497E-B8EE-268E70E3FB14}"/>
    <dgm:cxn modelId="{BA676FE1-0561-41FB-96AF-3E0194E09239}" type="presParOf" srcId="{9D3A5692-E514-4F94-AD3B-9B5C25EC1081}" destId="{830D4B87-5323-4493-9C39-DA5E2A884EE1}" srcOrd="0" destOrd="0" presId="urn:microsoft.com/office/officeart/2018/2/layout/IconLabelList"/>
    <dgm:cxn modelId="{F545CD49-D206-4253-B307-F1E151E2A785}" type="presParOf" srcId="{830D4B87-5323-4493-9C39-DA5E2A884EE1}" destId="{7A2EC283-FFF8-4D7C-B986-085D5ADCF92B}" srcOrd="0" destOrd="0" presId="urn:microsoft.com/office/officeart/2018/2/layout/IconLabelList"/>
    <dgm:cxn modelId="{45D91B70-FB85-4F32-9F2F-ED546C1997CA}" type="presParOf" srcId="{830D4B87-5323-4493-9C39-DA5E2A884EE1}" destId="{EC20C9BF-8FFE-4EC4-BB68-5F27A77EE23A}" srcOrd="1" destOrd="0" presId="urn:microsoft.com/office/officeart/2018/2/layout/IconLabelList"/>
    <dgm:cxn modelId="{C1119566-DAAC-401E-B1D5-D55054FBC472}" type="presParOf" srcId="{830D4B87-5323-4493-9C39-DA5E2A884EE1}" destId="{411365A4-07F0-4E2E-ABE5-83A764EBA08A}" srcOrd="2" destOrd="0" presId="urn:microsoft.com/office/officeart/2018/2/layout/IconLabelList"/>
    <dgm:cxn modelId="{250454EB-B8FD-4087-8E33-FEDA84AECEAA}" type="presParOf" srcId="{9D3A5692-E514-4F94-AD3B-9B5C25EC1081}" destId="{E64D4B66-B269-439A-B62E-35DFB7747EDC}" srcOrd="1" destOrd="0" presId="urn:microsoft.com/office/officeart/2018/2/layout/IconLabelList"/>
    <dgm:cxn modelId="{E2A03B18-A2AA-46ED-AE6E-465EA5A9B252}" type="presParOf" srcId="{9D3A5692-E514-4F94-AD3B-9B5C25EC1081}" destId="{5FD8111C-E1BF-4B3A-9451-9F78FDC868FB}" srcOrd="2" destOrd="0" presId="urn:microsoft.com/office/officeart/2018/2/layout/IconLabelList"/>
    <dgm:cxn modelId="{66ADD8E3-CB43-4AE6-BDCF-BD2BF3426D3A}" type="presParOf" srcId="{5FD8111C-E1BF-4B3A-9451-9F78FDC868FB}" destId="{B70768F1-292F-45FF-ACEE-CC5F1867DDCC}" srcOrd="0" destOrd="0" presId="urn:microsoft.com/office/officeart/2018/2/layout/IconLabelList"/>
    <dgm:cxn modelId="{86EF4EA6-113F-408A-AC2F-202D7DBB5415}" type="presParOf" srcId="{5FD8111C-E1BF-4B3A-9451-9F78FDC868FB}" destId="{04BBF872-8CD6-4FD3-92F0-D83CD004BB16}" srcOrd="1" destOrd="0" presId="urn:microsoft.com/office/officeart/2018/2/layout/IconLabelList"/>
    <dgm:cxn modelId="{6A16D0BC-A7F2-4354-891F-54C9C5B08CE6}" type="presParOf" srcId="{5FD8111C-E1BF-4B3A-9451-9F78FDC868FB}" destId="{4357AFE5-BFAE-4F56-A3CF-F7B67394EF3E}" srcOrd="2" destOrd="0" presId="urn:microsoft.com/office/officeart/2018/2/layout/IconLabelList"/>
    <dgm:cxn modelId="{3072076A-ED84-46F0-ABB4-1B351DC0DC46}" type="presParOf" srcId="{9D3A5692-E514-4F94-AD3B-9B5C25EC1081}" destId="{24C1B193-ECEA-4029-8FCF-4926CE48AC49}" srcOrd="3" destOrd="0" presId="urn:microsoft.com/office/officeart/2018/2/layout/IconLabelList"/>
    <dgm:cxn modelId="{D0301CED-1969-4933-A4E2-BB4FF1D40D74}" type="presParOf" srcId="{9D3A5692-E514-4F94-AD3B-9B5C25EC1081}" destId="{EB3621E5-955C-4C51-98A0-697CFD3715A3}" srcOrd="4" destOrd="0" presId="urn:microsoft.com/office/officeart/2018/2/layout/IconLabelList"/>
    <dgm:cxn modelId="{86351AE5-ADC9-4004-A248-51A91CB2D3DC}" type="presParOf" srcId="{EB3621E5-955C-4C51-98A0-697CFD3715A3}" destId="{783508AE-8FBE-4654-8F0B-A11F92AA6FB0}" srcOrd="0" destOrd="0" presId="urn:microsoft.com/office/officeart/2018/2/layout/IconLabelList"/>
    <dgm:cxn modelId="{EFF4F3DE-D378-4818-A2E7-C67054E6F591}" type="presParOf" srcId="{EB3621E5-955C-4C51-98A0-697CFD3715A3}" destId="{4D9E9C37-BAFD-4895-AAB5-F34A2CE1B998}" srcOrd="1" destOrd="0" presId="urn:microsoft.com/office/officeart/2018/2/layout/IconLabelList"/>
    <dgm:cxn modelId="{C7A9BDBC-93D9-4F01-B67B-B96DA34F4A9A}" type="presParOf" srcId="{EB3621E5-955C-4C51-98A0-697CFD3715A3}" destId="{4985A9E8-4455-463B-837A-F50B875E56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DFF7048-3CB2-48D5-8225-C29A4251430E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0A82BE-BAE0-4F0C-9D20-FF56AF8C24D4}">
      <dgm:prSet/>
      <dgm:spPr/>
      <dgm:t>
        <a:bodyPr/>
        <a:lstStyle/>
        <a:p>
          <a:r>
            <a:rPr lang="en-US"/>
            <a:t>• Online flight booking platforms for dynamic pricing.</a:t>
          </a:r>
        </a:p>
      </dgm:t>
    </dgm:pt>
    <dgm:pt modelId="{EAC959D8-B5CD-4BD4-8E2E-B57A17881A69}" type="parTrans" cxnId="{A279D6BB-EF65-44F6-B841-E94A161CF59E}">
      <dgm:prSet/>
      <dgm:spPr/>
      <dgm:t>
        <a:bodyPr/>
        <a:lstStyle/>
        <a:p>
          <a:endParaRPr lang="en-US"/>
        </a:p>
      </dgm:t>
    </dgm:pt>
    <dgm:pt modelId="{E6F2AFA8-2619-4EC9-AFA4-DA117B4CCBB4}" type="sibTrans" cxnId="{A279D6BB-EF65-44F6-B841-E94A161CF59E}">
      <dgm:prSet/>
      <dgm:spPr/>
      <dgm:t>
        <a:bodyPr/>
        <a:lstStyle/>
        <a:p>
          <a:endParaRPr lang="en-US"/>
        </a:p>
      </dgm:t>
    </dgm:pt>
    <dgm:pt modelId="{FA85E55B-6651-403F-AED2-173444E22771}">
      <dgm:prSet/>
      <dgm:spPr/>
      <dgm:t>
        <a:bodyPr/>
        <a:lstStyle/>
        <a:p>
          <a:r>
            <a:rPr lang="en-US"/>
            <a:t>• Airlines for optimizing revenue.</a:t>
          </a:r>
        </a:p>
      </dgm:t>
    </dgm:pt>
    <dgm:pt modelId="{DD43D219-C827-4D05-87F5-E9C1C305FA84}" type="parTrans" cxnId="{EE5D5CE6-F716-478A-BC5A-51CD3F4B428B}">
      <dgm:prSet/>
      <dgm:spPr/>
      <dgm:t>
        <a:bodyPr/>
        <a:lstStyle/>
        <a:p>
          <a:endParaRPr lang="en-US"/>
        </a:p>
      </dgm:t>
    </dgm:pt>
    <dgm:pt modelId="{A9A2E721-ECF4-46A1-895D-E42BF634250B}" type="sibTrans" cxnId="{EE5D5CE6-F716-478A-BC5A-51CD3F4B428B}">
      <dgm:prSet/>
      <dgm:spPr/>
      <dgm:t>
        <a:bodyPr/>
        <a:lstStyle/>
        <a:p>
          <a:endParaRPr lang="en-US"/>
        </a:p>
      </dgm:t>
    </dgm:pt>
    <dgm:pt modelId="{29C65563-B03A-45A6-A3FE-334533C254C5}">
      <dgm:prSet/>
      <dgm:spPr/>
      <dgm:t>
        <a:bodyPr/>
        <a:lstStyle/>
        <a:p>
          <a:r>
            <a:rPr lang="en-US"/>
            <a:t>• Travelers to plan trips economically.</a:t>
          </a:r>
        </a:p>
      </dgm:t>
    </dgm:pt>
    <dgm:pt modelId="{A6352B99-87E3-4FEE-A8D0-D5C0813FF089}" type="parTrans" cxnId="{7FA58315-6689-4339-9D4C-26AF08A259E9}">
      <dgm:prSet/>
      <dgm:spPr/>
      <dgm:t>
        <a:bodyPr/>
        <a:lstStyle/>
        <a:p>
          <a:endParaRPr lang="en-US"/>
        </a:p>
      </dgm:t>
    </dgm:pt>
    <dgm:pt modelId="{28854AB2-0EA1-4941-BABF-2FE63E1CF4CA}" type="sibTrans" cxnId="{7FA58315-6689-4339-9D4C-26AF08A259E9}">
      <dgm:prSet/>
      <dgm:spPr/>
      <dgm:t>
        <a:bodyPr/>
        <a:lstStyle/>
        <a:p>
          <a:endParaRPr lang="en-US"/>
        </a:p>
      </dgm:t>
    </dgm:pt>
    <dgm:pt modelId="{F4A56690-135D-446C-A1BF-7D7F88119E15}" type="pres">
      <dgm:prSet presAssocID="{CDFF7048-3CB2-48D5-8225-C29A4251430E}" presName="Name0" presStyleCnt="0">
        <dgm:presLayoutVars>
          <dgm:dir/>
          <dgm:animLvl val="lvl"/>
          <dgm:resizeHandles val="exact"/>
        </dgm:presLayoutVars>
      </dgm:prSet>
      <dgm:spPr/>
    </dgm:pt>
    <dgm:pt modelId="{8AB0E495-CE15-434C-B2E1-2750701744ED}" type="pres">
      <dgm:prSet presAssocID="{29C65563-B03A-45A6-A3FE-334533C254C5}" presName="boxAndChildren" presStyleCnt="0"/>
      <dgm:spPr/>
    </dgm:pt>
    <dgm:pt modelId="{54E79B54-CE66-4FE5-8E8E-A6559870AB27}" type="pres">
      <dgm:prSet presAssocID="{29C65563-B03A-45A6-A3FE-334533C254C5}" presName="parentTextBox" presStyleLbl="node1" presStyleIdx="0" presStyleCnt="3"/>
      <dgm:spPr/>
    </dgm:pt>
    <dgm:pt modelId="{5E0B595B-C36C-4C34-AF7D-23E4C4070033}" type="pres">
      <dgm:prSet presAssocID="{A9A2E721-ECF4-46A1-895D-E42BF634250B}" presName="sp" presStyleCnt="0"/>
      <dgm:spPr/>
    </dgm:pt>
    <dgm:pt modelId="{D136B70C-2A4E-438A-BDB6-9DC3FEACB435}" type="pres">
      <dgm:prSet presAssocID="{FA85E55B-6651-403F-AED2-173444E22771}" presName="arrowAndChildren" presStyleCnt="0"/>
      <dgm:spPr/>
    </dgm:pt>
    <dgm:pt modelId="{BC23E5A7-09DF-4444-8A5A-D1FB9275F1BE}" type="pres">
      <dgm:prSet presAssocID="{FA85E55B-6651-403F-AED2-173444E22771}" presName="parentTextArrow" presStyleLbl="node1" presStyleIdx="1" presStyleCnt="3"/>
      <dgm:spPr/>
    </dgm:pt>
    <dgm:pt modelId="{B4EDC555-7ABE-4904-B009-CE163CB542FC}" type="pres">
      <dgm:prSet presAssocID="{E6F2AFA8-2619-4EC9-AFA4-DA117B4CCBB4}" presName="sp" presStyleCnt="0"/>
      <dgm:spPr/>
    </dgm:pt>
    <dgm:pt modelId="{A9305A09-04EF-429F-88F0-5A918A2BDE89}" type="pres">
      <dgm:prSet presAssocID="{6F0A82BE-BAE0-4F0C-9D20-FF56AF8C24D4}" presName="arrowAndChildren" presStyleCnt="0"/>
      <dgm:spPr/>
    </dgm:pt>
    <dgm:pt modelId="{1C848EFD-9C14-4956-B88C-89F9C7C66C0D}" type="pres">
      <dgm:prSet presAssocID="{6F0A82BE-BAE0-4F0C-9D20-FF56AF8C24D4}" presName="parentTextArrow" presStyleLbl="node1" presStyleIdx="2" presStyleCnt="3"/>
      <dgm:spPr/>
    </dgm:pt>
  </dgm:ptLst>
  <dgm:cxnLst>
    <dgm:cxn modelId="{7FA58315-6689-4339-9D4C-26AF08A259E9}" srcId="{CDFF7048-3CB2-48D5-8225-C29A4251430E}" destId="{29C65563-B03A-45A6-A3FE-334533C254C5}" srcOrd="2" destOrd="0" parTransId="{A6352B99-87E3-4FEE-A8D0-D5C0813FF089}" sibTransId="{28854AB2-0EA1-4941-BABF-2FE63E1CF4CA}"/>
    <dgm:cxn modelId="{85959072-1C86-4FE8-860A-7410B8A55673}" type="presOf" srcId="{CDFF7048-3CB2-48D5-8225-C29A4251430E}" destId="{F4A56690-135D-446C-A1BF-7D7F88119E15}" srcOrd="0" destOrd="0" presId="urn:microsoft.com/office/officeart/2005/8/layout/process4"/>
    <dgm:cxn modelId="{08DD3159-C0AD-4577-A0B2-AD3E5CD629EF}" type="presOf" srcId="{6F0A82BE-BAE0-4F0C-9D20-FF56AF8C24D4}" destId="{1C848EFD-9C14-4956-B88C-89F9C7C66C0D}" srcOrd="0" destOrd="0" presId="urn:microsoft.com/office/officeart/2005/8/layout/process4"/>
    <dgm:cxn modelId="{8216D991-7845-4E77-BA18-D4DDBA0F941A}" type="presOf" srcId="{FA85E55B-6651-403F-AED2-173444E22771}" destId="{BC23E5A7-09DF-4444-8A5A-D1FB9275F1BE}" srcOrd="0" destOrd="0" presId="urn:microsoft.com/office/officeart/2005/8/layout/process4"/>
    <dgm:cxn modelId="{A279D6BB-EF65-44F6-B841-E94A161CF59E}" srcId="{CDFF7048-3CB2-48D5-8225-C29A4251430E}" destId="{6F0A82BE-BAE0-4F0C-9D20-FF56AF8C24D4}" srcOrd="0" destOrd="0" parTransId="{EAC959D8-B5CD-4BD4-8E2E-B57A17881A69}" sibTransId="{E6F2AFA8-2619-4EC9-AFA4-DA117B4CCBB4}"/>
    <dgm:cxn modelId="{71682FD9-8E39-4E8D-9FF4-00F8232968E3}" type="presOf" srcId="{29C65563-B03A-45A6-A3FE-334533C254C5}" destId="{54E79B54-CE66-4FE5-8E8E-A6559870AB27}" srcOrd="0" destOrd="0" presId="urn:microsoft.com/office/officeart/2005/8/layout/process4"/>
    <dgm:cxn modelId="{EE5D5CE6-F716-478A-BC5A-51CD3F4B428B}" srcId="{CDFF7048-3CB2-48D5-8225-C29A4251430E}" destId="{FA85E55B-6651-403F-AED2-173444E22771}" srcOrd="1" destOrd="0" parTransId="{DD43D219-C827-4D05-87F5-E9C1C305FA84}" sibTransId="{A9A2E721-ECF4-46A1-895D-E42BF634250B}"/>
    <dgm:cxn modelId="{82F3979D-C859-47FD-BB0F-305EC5465298}" type="presParOf" srcId="{F4A56690-135D-446C-A1BF-7D7F88119E15}" destId="{8AB0E495-CE15-434C-B2E1-2750701744ED}" srcOrd="0" destOrd="0" presId="urn:microsoft.com/office/officeart/2005/8/layout/process4"/>
    <dgm:cxn modelId="{50C02FA3-6941-4C89-87A9-9AA2E1B2AC43}" type="presParOf" srcId="{8AB0E495-CE15-434C-B2E1-2750701744ED}" destId="{54E79B54-CE66-4FE5-8E8E-A6559870AB27}" srcOrd="0" destOrd="0" presId="urn:microsoft.com/office/officeart/2005/8/layout/process4"/>
    <dgm:cxn modelId="{3CD459C8-60BF-4EB5-8C17-00323A7EC685}" type="presParOf" srcId="{F4A56690-135D-446C-A1BF-7D7F88119E15}" destId="{5E0B595B-C36C-4C34-AF7D-23E4C4070033}" srcOrd="1" destOrd="0" presId="urn:microsoft.com/office/officeart/2005/8/layout/process4"/>
    <dgm:cxn modelId="{9A420E52-7E51-41B5-9061-DF930A556CFA}" type="presParOf" srcId="{F4A56690-135D-446C-A1BF-7D7F88119E15}" destId="{D136B70C-2A4E-438A-BDB6-9DC3FEACB435}" srcOrd="2" destOrd="0" presId="urn:microsoft.com/office/officeart/2005/8/layout/process4"/>
    <dgm:cxn modelId="{F8A3DD4D-8535-4906-A123-B3FB3006615B}" type="presParOf" srcId="{D136B70C-2A4E-438A-BDB6-9DC3FEACB435}" destId="{BC23E5A7-09DF-4444-8A5A-D1FB9275F1BE}" srcOrd="0" destOrd="0" presId="urn:microsoft.com/office/officeart/2005/8/layout/process4"/>
    <dgm:cxn modelId="{BFCDDEE7-BB70-4883-95DB-02F11B17978D}" type="presParOf" srcId="{F4A56690-135D-446C-A1BF-7D7F88119E15}" destId="{B4EDC555-7ABE-4904-B009-CE163CB542FC}" srcOrd="3" destOrd="0" presId="urn:microsoft.com/office/officeart/2005/8/layout/process4"/>
    <dgm:cxn modelId="{611CF501-07AB-47E0-BDE4-B5C4E7C1131A}" type="presParOf" srcId="{F4A56690-135D-446C-A1BF-7D7F88119E15}" destId="{A9305A09-04EF-429F-88F0-5A918A2BDE89}" srcOrd="4" destOrd="0" presId="urn:microsoft.com/office/officeart/2005/8/layout/process4"/>
    <dgm:cxn modelId="{5BF32E88-A5DC-4DF1-9152-B539A9A65AAE}" type="presParOf" srcId="{A9305A09-04EF-429F-88F0-5A918A2BDE89}" destId="{1C848EFD-9C14-4956-B88C-89F9C7C66C0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B5FE811-CAF1-494B-A9C1-A131CCFA3E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86B726E-2FBA-4948-9935-15D6D1FECF2B}">
      <dgm:prSet/>
      <dgm:spPr/>
      <dgm:t>
        <a:bodyPr/>
        <a:lstStyle/>
        <a:p>
          <a:r>
            <a:rPr lang="en-US"/>
            <a:t>• Include real-time price data.</a:t>
          </a:r>
        </a:p>
      </dgm:t>
    </dgm:pt>
    <dgm:pt modelId="{5C3615DA-8BAF-403F-B7A4-0C40BEB1A3A5}" type="parTrans" cxnId="{93784459-7CE1-431E-B422-120269A28B0F}">
      <dgm:prSet/>
      <dgm:spPr/>
      <dgm:t>
        <a:bodyPr/>
        <a:lstStyle/>
        <a:p>
          <a:endParaRPr lang="en-US"/>
        </a:p>
      </dgm:t>
    </dgm:pt>
    <dgm:pt modelId="{02676EE7-09E5-416D-95CA-31290FC5A274}" type="sibTrans" cxnId="{93784459-7CE1-431E-B422-120269A28B0F}">
      <dgm:prSet/>
      <dgm:spPr/>
      <dgm:t>
        <a:bodyPr/>
        <a:lstStyle/>
        <a:p>
          <a:endParaRPr lang="en-US"/>
        </a:p>
      </dgm:t>
    </dgm:pt>
    <dgm:pt modelId="{D00FC2C8-F6D7-42B7-97FE-F00E99CBB31C}">
      <dgm:prSet/>
      <dgm:spPr/>
      <dgm:t>
        <a:bodyPr/>
        <a:lstStyle/>
        <a:p>
          <a:r>
            <a:rPr lang="en-US"/>
            <a:t>• Use deep learning models (LSTM) for time-series forecasting.</a:t>
          </a:r>
        </a:p>
      </dgm:t>
    </dgm:pt>
    <dgm:pt modelId="{87A7F386-266B-4593-AEC2-04A284A1EE29}" type="parTrans" cxnId="{650DBF8D-DCC8-43FB-A702-DA11D87C7CDE}">
      <dgm:prSet/>
      <dgm:spPr/>
      <dgm:t>
        <a:bodyPr/>
        <a:lstStyle/>
        <a:p>
          <a:endParaRPr lang="en-US"/>
        </a:p>
      </dgm:t>
    </dgm:pt>
    <dgm:pt modelId="{2CE9C6AE-1E82-4467-B000-19285CD56375}" type="sibTrans" cxnId="{650DBF8D-DCC8-43FB-A702-DA11D87C7CDE}">
      <dgm:prSet/>
      <dgm:spPr/>
      <dgm:t>
        <a:bodyPr/>
        <a:lstStyle/>
        <a:p>
          <a:endParaRPr lang="en-US"/>
        </a:p>
      </dgm:t>
    </dgm:pt>
    <dgm:pt modelId="{8AB0C407-2278-4BE0-B948-1CCF97FC9D01}">
      <dgm:prSet/>
      <dgm:spPr/>
      <dgm:t>
        <a:bodyPr/>
        <a:lstStyle/>
        <a:p>
          <a:r>
            <a:rPr lang="en-US"/>
            <a:t>• Build a web or mobile app for public use.</a:t>
          </a:r>
        </a:p>
      </dgm:t>
    </dgm:pt>
    <dgm:pt modelId="{DED5D313-910F-48E4-AE0A-6FEA2A82E0BF}" type="parTrans" cxnId="{E77445F6-7D59-457B-A5AC-91D2111B5918}">
      <dgm:prSet/>
      <dgm:spPr/>
      <dgm:t>
        <a:bodyPr/>
        <a:lstStyle/>
        <a:p>
          <a:endParaRPr lang="en-US"/>
        </a:p>
      </dgm:t>
    </dgm:pt>
    <dgm:pt modelId="{D9BC4FEC-A723-451A-9920-E0887385795F}" type="sibTrans" cxnId="{E77445F6-7D59-457B-A5AC-91D2111B5918}">
      <dgm:prSet/>
      <dgm:spPr/>
      <dgm:t>
        <a:bodyPr/>
        <a:lstStyle/>
        <a:p>
          <a:endParaRPr lang="en-US"/>
        </a:p>
      </dgm:t>
    </dgm:pt>
    <dgm:pt modelId="{99B6EA0C-6074-4081-BE20-2A016440138E}" type="pres">
      <dgm:prSet presAssocID="{DB5FE811-CAF1-494B-A9C1-A131CCFA3EE1}" presName="root" presStyleCnt="0">
        <dgm:presLayoutVars>
          <dgm:dir/>
          <dgm:resizeHandles val="exact"/>
        </dgm:presLayoutVars>
      </dgm:prSet>
      <dgm:spPr/>
    </dgm:pt>
    <dgm:pt modelId="{3D92822C-CD26-446A-918D-A5A3AD899FB3}" type="pres">
      <dgm:prSet presAssocID="{A86B726E-2FBA-4948-9935-15D6D1FECF2B}" presName="compNode" presStyleCnt="0"/>
      <dgm:spPr/>
    </dgm:pt>
    <dgm:pt modelId="{B9E8FA91-4991-41E8-80E9-8FCBC3DCE2A6}" type="pres">
      <dgm:prSet presAssocID="{A86B726E-2FBA-4948-9935-15D6D1FECF2B}" presName="bgRect" presStyleLbl="bgShp" presStyleIdx="0" presStyleCnt="3"/>
      <dgm:spPr/>
    </dgm:pt>
    <dgm:pt modelId="{7C6A76FD-1BC0-4172-8BBA-C8AF4B5F0689}" type="pres">
      <dgm:prSet presAssocID="{A86B726E-2FBA-4948-9935-15D6D1FECF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B948513-10E5-44D6-BCD7-3125CD129FA3}" type="pres">
      <dgm:prSet presAssocID="{A86B726E-2FBA-4948-9935-15D6D1FECF2B}" presName="spaceRect" presStyleCnt="0"/>
      <dgm:spPr/>
    </dgm:pt>
    <dgm:pt modelId="{B8930A31-B34A-485D-BF47-672EAE121873}" type="pres">
      <dgm:prSet presAssocID="{A86B726E-2FBA-4948-9935-15D6D1FECF2B}" presName="parTx" presStyleLbl="revTx" presStyleIdx="0" presStyleCnt="3">
        <dgm:presLayoutVars>
          <dgm:chMax val="0"/>
          <dgm:chPref val="0"/>
        </dgm:presLayoutVars>
      </dgm:prSet>
      <dgm:spPr/>
    </dgm:pt>
    <dgm:pt modelId="{13B8FB44-5849-4D51-BE9B-D5D2832502B6}" type="pres">
      <dgm:prSet presAssocID="{02676EE7-09E5-416D-95CA-31290FC5A274}" presName="sibTrans" presStyleCnt="0"/>
      <dgm:spPr/>
    </dgm:pt>
    <dgm:pt modelId="{10BFB992-5FB8-4FC5-844B-E1D38815509D}" type="pres">
      <dgm:prSet presAssocID="{D00FC2C8-F6D7-42B7-97FE-F00E99CBB31C}" presName="compNode" presStyleCnt="0"/>
      <dgm:spPr/>
    </dgm:pt>
    <dgm:pt modelId="{012E0E9A-6C90-4F5C-BE14-EC12E92E95D2}" type="pres">
      <dgm:prSet presAssocID="{D00FC2C8-F6D7-42B7-97FE-F00E99CBB31C}" presName="bgRect" presStyleLbl="bgShp" presStyleIdx="1" presStyleCnt="3"/>
      <dgm:spPr/>
    </dgm:pt>
    <dgm:pt modelId="{6DCB6A38-8449-4867-A74E-656083138983}" type="pres">
      <dgm:prSet presAssocID="{D00FC2C8-F6D7-42B7-97FE-F00E99CBB3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4AC4B5D-FA34-4C9F-A4DD-C8E80D0E4047}" type="pres">
      <dgm:prSet presAssocID="{D00FC2C8-F6D7-42B7-97FE-F00E99CBB31C}" presName="spaceRect" presStyleCnt="0"/>
      <dgm:spPr/>
    </dgm:pt>
    <dgm:pt modelId="{0D99370E-08FD-41D4-92FE-5CFA4B927AAF}" type="pres">
      <dgm:prSet presAssocID="{D00FC2C8-F6D7-42B7-97FE-F00E99CBB31C}" presName="parTx" presStyleLbl="revTx" presStyleIdx="1" presStyleCnt="3">
        <dgm:presLayoutVars>
          <dgm:chMax val="0"/>
          <dgm:chPref val="0"/>
        </dgm:presLayoutVars>
      </dgm:prSet>
      <dgm:spPr/>
    </dgm:pt>
    <dgm:pt modelId="{712D9438-1545-48A6-97A7-1AA92C3ACF75}" type="pres">
      <dgm:prSet presAssocID="{2CE9C6AE-1E82-4467-B000-19285CD56375}" presName="sibTrans" presStyleCnt="0"/>
      <dgm:spPr/>
    </dgm:pt>
    <dgm:pt modelId="{CBE680C9-412F-486B-B319-D6CB85EC2CE8}" type="pres">
      <dgm:prSet presAssocID="{8AB0C407-2278-4BE0-B948-1CCF97FC9D01}" presName="compNode" presStyleCnt="0"/>
      <dgm:spPr/>
    </dgm:pt>
    <dgm:pt modelId="{51DE97D4-6D6A-400A-BB0E-A90936DA81ED}" type="pres">
      <dgm:prSet presAssocID="{8AB0C407-2278-4BE0-B948-1CCF97FC9D01}" presName="bgRect" presStyleLbl="bgShp" presStyleIdx="2" presStyleCnt="3"/>
      <dgm:spPr/>
    </dgm:pt>
    <dgm:pt modelId="{0DB752C8-2720-4AB7-B24F-113E4FFA2091}" type="pres">
      <dgm:prSet presAssocID="{8AB0C407-2278-4BE0-B948-1CCF97FC9D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ider Web"/>
        </a:ext>
      </dgm:extLst>
    </dgm:pt>
    <dgm:pt modelId="{93296285-D763-4A80-957D-F2D43D259B40}" type="pres">
      <dgm:prSet presAssocID="{8AB0C407-2278-4BE0-B948-1CCF97FC9D01}" presName="spaceRect" presStyleCnt="0"/>
      <dgm:spPr/>
    </dgm:pt>
    <dgm:pt modelId="{11D69ADA-D410-4518-977B-D0B5B444D0DC}" type="pres">
      <dgm:prSet presAssocID="{8AB0C407-2278-4BE0-B948-1CCF97FC9D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C67F011-1D16-4A16-81B7-CEE44C3DFAF2}" type="presOf" srcId="{D00FC2C8-F6D7-42B7-97FE-F00E99CBB31C}" destId="{0D99370E-08FD-41D4-92FE-5CFA4B927AAF}" srcOrd="0" destOrd="0" presId="urn:microsoft.com/office/officeart/2018/2/layout/IconVerticalSolidList"/>
    <dgm:cxn modelId="{46BA2661-863D-408D-982E-3F31ADF3DA22}" type="presOf" srcId="{DB5FE811-CAF1-494B-A9C1-A131CCFA3EE1}" destId="{99B6EA0C-6074-4081-BE20-2A016440138E}" srcOrd="0" destOrd="0" presId="urn:microsoft.com/office/officeart/2018/2/layout/IconVerticalSolidList"/>
    <dgm:cxn modelId="{93784459-7CE1-431E-B422-120269A28B0F}" srcId="{DB5FE811-CAF1-494B-A9C1-A131CCFA3EE1}" destId="{A86B726E-2FBA-4948-9935-15D6D1FECF2B}" srcOrd="0" destOrd="0" parTransId="{5C3615DA-8BAF-403F-B7A4-0C40BEB1A3A5}" sibTransId="{02676EE7-09E5-416D-95CA-31290FC5A274}"/>
    <dgm:cxn modelId="{650DBF8D-DCC8-43FB-A702-DA11D87C7CDE}" srcId="{DB5FE811-CAF1-494B-A9C1-A131CCFA3EE1}" destId="{D00FC2C8-F6D7-42B7-97FE-F00E99CBB31C}" srcOrd="1" destOrd="0" parTransId="{87A7F386-266B-4593-AEC2-04A284A1EE29}" sibTransId="{2CE9C6AE-1E82-4467-B000-19285CD56375}"/>
    <dgm:cxn modelId="{2F7CC59F-2BD3-4159-AA11-68A479EC4772}" type="presOf" srcId="{A86B726E-2FBA-4948-9935-15D6D1FECF2B}" destId="{B8930A31-B34A-485D-BF47-672EAE121873}" srcOrd="0" destOrd="0" presId="urn:microsoft.com/office/officeart/2018/2/layout/IconVerticalSolidList"/>
    <dgm:cxn modelId="{E77445F6-7D59-457B-A5AC-91D2111B5918}" srcId="{DB5FE811-CAF1-494B-A9C1-A131CCFA3EE1}" destId="{8AB0C407-2278-4BE0-B948-1CCF97FC9D01}" srcOrd="2" destOrd="0" parTransId="{DED5D313-910F-48E4-AE0A-6FEA2A82E0BF}" sibTransId="{D9BC4FEC-A723-451A-9920-E0887385795F}"/>
    <dgm:cxn modelId="{02239FFB-AD04-4BAB-B8EE-05F2106DB8F3}" type="presOf" srcId="{8AB0C407-2278-4BE0-B948-1CCF97FC9D01}" destId="{11D69ADA-D410-4518-977B-D0B5B444D0DC}" srcOrd="0" destOrd="0" presId="urn:microsoft.com/office/officeart/2018/2/layout/IconVerticalSolidList"/>
    <dgm:cxn modelId="{E300AF66-FC51-4A25-897B-ABDDDC3954F0}" type="presParOf" srcId="{99B6EA0C-6074-4081-BE20-2A016440138E}" destId="{3D92822C-CD26-446A-918D-A5A3AD899FB3}" srcOrd="0" destOrd="0" presId="urn:microsoft.com/office/officeart/2018/2/layout/IconVerticalSolidList"/>
    <dgm:cxn modelId="{1F98EE2E-555A-4B3C-8C1A-1BA91F76F883}" type="presParOf" srcId="{3D92822C-CD26-446A-918D-A5A3AD899FB3}" destId="{B9E8FA91-4991-41E8-80E9-8FCBC3DCE2A6}" srcOrd="0" destOrd="0" presId="urn:microsoft.com/office/officeart/2018/2/layout/IconVerticalSolidList"/>
    <dgm:cxn modelId="{0A4710AC-6FCD-45A9-AC34-86515685832B}" type="presParOf" srcId="{3D92822C-CD26-446A-918D-A5A3AD899FB3}" destId="{7C6A76FD-1BC0-4172-8BBA-C8AF4B5F0689}" srcOrd="1" destOrd="0" presId="urn:microsoft.com/office/officeart/2018/2/layout/IconVerticalSolidList"/>
    <dgm:cxn modelId="{D60AC238-02F5-42F0-8860-AC40348BAA9C}" type="presParOf" srcId="{3D92822C-CD26-446A-918D-A5A3AD899FB3}" destId="{BB948513-10E5-44D6-BCD7-3125CD129FA3}" srcOrd="2" destOrd="0" presId="urn:microsoft.com/office/officeart/2018/2/layout/IconVerticalSolidList"/>
    <dgm:cxn modelId="{4A64120D-C880-44A2-AFCF-628D6983C636}" type="presParOf" srcId="{3D92822C-CD26-446A-918D-A5A3AD899FB3}" destId="{B8930A31-B34A-485D-BF47-672EAE121873}" srcOrd="3" destOrd="0" presId="urn:microsoft.com/office/officeart/2018/2/layout/IconVerticalSolidList"/>
    <dgm:cxn modelId="{9A0013C9-5381-4AA7-9725-E8C325A2C460}" type="presParOf" srcId="{99B6EA0C-6074-4081-BE20-2A016440138E}" destId="{13B8FB44-5849-4D51-BE9B-D5D2832502B6}" srcOrd="1" destOrd="0" presId="urn:microsoft.com/office/officeart/2018/2/layout/IconVerticalSolidList"/>
    <dgm:cxn modelId="{EFBA6D86-68FB-4E05-A4E0-8246119EEB22}" type="presParOf" srcId="{99B6EA0C-6074-4081-BE20-2A016440138E}" destId="{10BFB992-5FB8-4FC5-844B-E1D38815509D}" srcOrd="2" destOrd="0" presId="urn:microsoft.com/office/officeart/2018/2/layout/IconVerticalSolidList"/>
    <dgm:cxn modelId="{1CDF3BEC-98A5-40B9-9AD5-896902B49423}" type="presParOf" srcId="{10BFB992-5FB8-4FC5-844B-E1D38815509D}" destId="{012E0E9A-6C90-4F5C-BE14-EC12E92E95D2}" srcOrd="0" destOrd="0" presId="urn:microsoft.com/office/officeart/2018/2/layout/IconVerticalSolidList"/>
    <dgm:cxn modelId="{779C9B2D-B328-4ED2-B82D-5FF52C27F121}" type="presParOf" srcId="{10BFB992-5FB8-4FC5-844B-E1D38815509D}" destId="{6DCB6A38-8449-4867-A74E-656083138983}" srcOrd="1" destOrd="0" presId="urn:microsoft.com/office/officeart/2018/2/layout/IconVerticalSolidList"/>
    <dgm:cxn modelId="{B5A60514-9EAD-453C-95C0-9D147BA34F76}" type="presParOf" srcId="{10BFB992-5FB8-4FC5-844B-E1D38815509D}" destId="{74AC4B5D-FA34-4C9F-A4DD-C8E80D0E4047}" srcOrd="2" destOrd="0" presId="urn:microsoft.com/office/officeart/2018/2/layout/IconVerticalSolidList"/>
    <dgm:cxn modelId="{EF64B2A5-BCB3-42D3-AEDE-A2E5D6B422E4}" type="presParOf" srcId="{10BFB992-5FB8-4FC5-844B-E1D38815509D}" destId="{0D99370E-08FD-41D4-92FE-5CFA4B927AAF}" srcOrd="3" destOrd="0" presId="urn:microsoft.com/office/officeart/2018/2/layout/IconVerticalSolidList"/>
    <dgm:cxn modelId="{B1BD7350-AC3C-4D9C-9C5F-65F42DDE8E4A}" type="presParOf" srcId="{99B6EA0C-6074-4081-BE20-2A016440138E}" destId="{712D9438-1545-48A6-97A7-1AA92C3ACF75}" srcOrd="3" destOrd="0" presId="urn:microsoft.com/office/officeart/2018/2/layout/IconVerticalSolidList"/>
    <dgm:cxn modelId="{37DD2008-5A0C-4A2C-A033-A5FC6955AA22}" type="presParOf" srcId="{99B6EA0C-6074-4081-BE20-2A016440138E}" destId="{CBE680C9-412F-486B-B319-D6CB85EC2CE8}" srcOrd="4" destOrd="0" presId="urn:microsoft.com/office/officeart/2018/2/layout/IconVerticalSolidList"/>
    <dgm:cxn modelId="{9E402BFC-90B4-44DD-8264-E905A317904C}" type="presParOf" srcId="{CBE680C9-412F-486B-B319-D6CB85EC2CE8}" destId="{51DE97D4-6D6A-400A-BB0E-A90936DA81ED}" srcOrd="0" destOrd="0" presId="urn:microsoft.com/office/officeart/2018/2/layout/IconVerticalSolidList"/>
    <dgm:cxn modelId="{D7AF6D99-1D38-4D87-9153-2EB76806F034}" type="presParOf" srcId="{CBE680C9-412F-486B-B319-D6CB85EC2CE8}" destId="{0DB752C8-2720-4AB7-B24F-113E4FFA2091}" srcOrd="1" destOrd="0" presId="urn:microsoft.com/office/officeart/2018/2/layout/IconVerticalSolidList"/>
    <dgm:cxn modelId="{A684AB7F-F71C-4451-94C9-BB3E5B62FD6D}" type="presParOf" srcId="{CBE680C9-412F-486B-B319-D6CB85EC2CE8}" destId="{93296285-D763-4A80-957D-F2D43D259B40}" srcOrd="2" destOrd="0" presId="urn:microsoft.com/office/officeart/2018/2/layout/IconVerticalSolidList"/>
    <dgm:cxn modelId="{C3888D71-BDF8-4C42-AB86-E1F0D061662A}" type="presParOf" srcId="{CBE680C9-412F-486B-B319-D6CB85EC2CE8}" destId="{11D69ADA-D410-4518-977B-D0B5B444D0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8AADBB7-DB6F-4319-8A00-B27BCA2C03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9674200-3F76-4273-9A4B-DA8D9FBDBBB7}">
      <dgm:prSet/>
      <dgm:spPr/>
      <dgm:t>
        <a:bodyPr/>
        <a:lstStyle/>
        <a:p>
          <a:r>
            <a:rPr lang="en-US"/>
            <a:t>• Dataset: Kaggle Flight Price Prediction Dataset</a:t>
          </a:r>
        </a:p>
      </dgm:t>
    </dgm:pt>
    <dgm:pt modelId="{43C08E5F-3E2B-4A09-AE74-1F033B2D65CC}" type="parTrans" cxnId="{D386B41C-1FC7-473C-89F0-D65922FFD07C}">
      <dgm:prSet/>
      <dgm:spPr/>
      <dgm:t>
        <a:bodyPr/>
        <a:lstStyle/>
        <a:p>
          <a:endParaRPr lang="en-US"/>
        </a:p>
      </dgm:t>
    </dgm:pt>
    <dgm:pt modelId="{9F5D8390-9D2E-4C0E-BFEB-48A33E6157E1}" type="sibTrans" cxnId="{D386B41C-1FC7-473C-89F0-D65922FFD07C}">
      <dgm:prSet/>
      <dgm:spPr/>
      <dgm:t>
        <a:bodyPr/>
        <a:lstStyle/>
        <a:p>
          <a:endParaRPr lang="en-US"/>
        </a:p>
      </dgm:t>
    </dgm:pt>
    <dgm:pt modelId="{E3D55E0F-3E18-4E3A-B345-3DF792DDC6AD}">
      <dgm:prSet/>
      <dgm:spPr/>
      <dgm:t>
        <a:bodyPr/>
        <a:lstStyle/>
        <a:p>
          <a:r>
            <a:rPr lang="en-US"/>
            <a:t>• Libraries: Scikit-learn, Pandas, Matplotlib, Seaborn</a:t>
          </a:r>
        </a:p>
      </dgm:t>
    </dgm:pt>
    <dgm:pt modelId="{80E8FA39-76C2-4764-A75A-3DAC4080A655}" type="parTrans" cxnId="{2F8E4D0C-CD05-4645-8B67-7B4F5B6BFDE9}">
      <dgm:prSet/>
      <dgm:spPr/>
      <dgm:t>
        <a:bodyPr/>
        <a:lstStyle/>
        <a:p>
          <a:endParaRPr lang="en-US"/>
        </a:p>
      </dgm:t>
    </dgm:pt>
    <dgm:pt modelId="{F25FD19F-A9DF-4AB4-BF2B-678A5965539B}" type="sibTrans" cxnId="{2F8E4D0C-CD05-4645-8B67-7B4F5B6BFDE9}">
      <dgm:prSet/>
      <dgm:spPr/>
      <dgm:t>
        <a:bodyPr/>
        <a:lstStyle/>
        <a:p>
          <a:endParaRPr lang="en-US"/>
        </a:p>
      </dgm:t>
    </dgm:pt>
    <dgm:pt modelId="{FEBE7D7B-812D-4123-8521-BE7329880D39}">
      <dgm:prSet/>
      <dgm:spPr/>
      <dgm:t>
        <a:bodyPr/>
        <a:lstStyle/>
        <a:p>
          <a:r>
            <a:rPr lang="en-US"/>
            <a:t>• Concepts inspired by ML and EDA techniques.</a:t>
          </a:r>
        </a:p>
      </dgm:t>
    </dgm:pt>
    <dgm:pt modelId="{821A05BB-A993-4349-AA5A-F4190D42BDE5}" type="parTrans" cxnId="{71078EA3-2F51-4D8C-85C3-BF931F2FCA08}">
      <dgm:prSet/>
      <dgm:spPr/>
      <dgm:t>
        <a:bodyPr/>
        <a:lstStyle/>
        <a:p>
          <a:endParaRPr lang="en-US"/>
        </a:p>
      </dgm:t>
    </dgm:pt>
    <dgm:pt modelId="{AA33334E-BA9A-4C07-B304-A9EF2A025D35}" type="sibTrans" cxnId="{71078EA3-2F51-4D8C-85C3-BF931F2FCA08}">
      <dgm:prSet/>
      <dgm:spPr/>
      <dgm:t>
        <a:bodyPr/>
        <a:lstStyle/>
        <a:p>
          <a:endParaRPr lang="en-US"/>
        </a:p>
      </dgm:t>
    </dgm:pt>
    <dgm:pt modelId="{18623C86-2A1E-42B4-BB95-A80CF0047A25}" type="pres">
      <dgm:prSet presAssocID="{38AADBB7-DB6F-4319-8A00-B27BCA2C0373}" presName="root" presStyleCnt="0">
        <dgm:presLayoutVars>
          <dgm:dir/>
          <dgm:resizeHandles val="exact"/>
        </dgm:presLayoutVars>
      </dgm:prSet>
      <dgm:spPr/>
    </dgm:pt>
    <dgm:pt modelId="{9CE7A54C-10AC-4B85-9F47-0618A45B4DB7}" type="pres">
      <dgm:prSet presAssocID="{79674200-3F76-4273-9A4B-DA8D9FBDBBB7}" presName="compNode" presStyleCnt="0"/>
      <dgm:spPr/>
    </dgm:pt>
    <dgm:pt modelId="{61E3F1AE-E18E-4F04-997A-45FEB27A091A}" type="pres">
      <dgm:prSet presAssocID="{79674200-3F76-4273-9A4B-DA8D9FBDBBB7}" presName="bgRect" presStyleLbl="bgShp" presStyleIdx="0" presStyleCnt="3"/>
      <dgm:spPr/>
    </dgm:pt>
    <dgm:pt modelId="{34D815E1-817B-4B7C-A6C6-0440CFC50920}" type="pres">
      <dgm:prSet presAssocID="{79674200-3F76-4273-9A4B-DA8D9FBDBB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FC8104-103C-4ED4-AEB2-A1E452D0D50B}" type="pres">
      <dgm:prSet presAssocID="{79674200-3F76-4273-9A4B-DA8D9FBDBBB7}" presName="spaceRect" presStyleCnt="0"/>
      <dgm:spPr/>
    </dgm:pt>
    <dgm:pt modelId="{DE1F1E85-029B-4D16-8F3A-B9FED72189A0}" type="pres">
      <dgm:prSet presAssocID="{79674200-3F76-4273-9A4B-DA8D9FBDBBB7}" presName="parTx" presStyleLbl="revTx" presStyleIdx="0" presStyleCnt="3">
        <dgm:presLayoutVars>
          <dgm:chMax val="0"/>
          <dgm:chPref val="0"/>
        </dgm:presLayoutVars>
      </dgm:prSet>
      <dgm:spPr/>
    </dgm:pt>
    <dgm:pt modelId="{D89B055E-2DB6-4940-9F22-E9779EBDBF32}" type="pres">
      <dgm:prSet presAssocID="{9F5D8390-9D2E-4C0E-BFEB-48A33E6157E1}" presName="sibTrans" presStyleCnt="0"/>
      <dgm:spPr/>
    </dgm:pt>
    <dgm:pt modelId="{3E6F94DA-32DA-449A-A293-C28791CFC4A0}" type="pres">
      <dgm:prSet presAssocID="{E3D55E0F-3E18-4E3A-B345-3DF792DDC6AD}" presName="compNode" presStyleCnt="0"/>
      <dgm:spPr/>
    </dgm:pt>
    <dgm:pt modelId="{E66E992B-40F9-4367-96C6-23251D1A8CB2}" type="pres">
      <dgm:prSet presAssocID="{E3D55E0F-3E18-4E3A-B345-3DF792DDC6AD}" presName="bgRect" presStyleLbl="bgShp" presStyleIdx="1" presStyleCnt="3"/>
      <dgm:spPr/>
    </dgm:pt>
    <dgm:pt modelId="{A5E5AC88-051E-4BEC-AD49-384C6BA93FBE}" type="pres">
      <dgm:prSet presAssocID="{E3D55E0F-3E18-4E3A-B345-3DF792DDC6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8D8CA09E-3EB6-40AF-AC1B-8C7ADB43257E}" type="pres">
      <dgm:prSet presAssocID="{E3D55E0F-3E18-4E3A-B345-3DF792DDC6AD}" presName="spaceRect" presStyleCnt="0"/>
      <dgm:spPr/>
    </dgm:pt>
    <dgm:pt modelId="{3E9663B5-1A79-4B4C-94A3-57A49B50A270}" type="pres">
      <dgm:prSet presAssocID="{E3D55E0F-3E18-4E3A-B345-3DF792DDC6AD}" presName="parTx" presStyleLbl="revTx" presStyleIdx="1" presStyleCnt="3">
        <dgm:presLayoutVars>
          <dgm:chMax val="0"/>
          <dgm:chPref val="0"/>
        </dgm:presLayoutVars>
      </dgm:prSet>
      <dgm:spPr/>
    </dgm:pt>
    <dgm:pt modelId="{098342DE-2869-46B1-A039-D7798D940E80}" type="pres">
      <dgm:prSet presAssocID="{F25FD19F-A9DF-4AB4-BF2B-678A5965539B}" presName="sibTrans" presStyleCnt="0"/>
      <dgm:spPr/>
    </dgm:pt>
    <dgm:pt modelId="{93836A23-A50C-4B59-A098-DA040088EA73}" type="pres">
      <dgm:prSet presAssocID="{FEBE7D7B-812D-4123-8521-BE7329880D39}" presName="compNode" presStyleCnt="0"/>
      <dgm:spPr/>
    </dgm:pt>
    <dgm:pt modelId="{3641E769-0F13-450F-AF30-26F8A797409A}" type="pres">
      <dgm:prSet presAssocID="{FEBE7D7B-812D-4123-8521-BE7329880D39}" presName="bgRect" presStyleLbl="bgShp" presStyleIdx="2" presStyleCnt="3"/>
      <dgm:spPr/>
    </dgm:pt>
    <dgm:pt modelId="{4E30CBBC-5F43-4AE4-93DC-6BD61C57BE0E}" type="pres">
      <dgm:prSet presAssocID="{FEBE7D7B-812D-4123-8521-BE7329880D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334F151-27AC-4908-ABFF-A1F50A3DC360}" type="pres">
      <dgm:prSet presAssocID="{FEBE7D7B-812D-4123-8521-BE7329880D39}" presName="spaceRect" presStyleCnt="0"/>
      <dgm:spPr/>
    </dgm:pt>
    <dgm:pt modelId="{6EFF8155-00E4-42E8-961E-65C9F450EBC3}" type="pres">
      <dgm:prSet presAssocID="{FEBE7D7B-812D-4123-8521-BE7329880D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F8E4D0C-CD05-4645-8B67-7B4F5B6BFDE9}" srcId="{38AADBB7-DB6F-4319-8A00-B27BCA2C0373}" destId="{E3D55E0F-3E18-4E3A-B345-3DF792DDC6AD}" srcOrd="1" destOrd="0" parTransId="{80E8FA39-76C2-4764-A75A-3DAC4080A655}" sibTransId="{F25FD19F-A9DF-4AB4-BF2B-678A5965539B}"/>
    <dgm:cxn modelId="{5385C10F-4A28-4939-A46B-02CAC5BE7F63}" type="presOf" srcId="{38AADBB7-DB6F-4319-8A00-B27BCA2C0373}" destId="{18623C86-2A1E-42B4-BB95-A80CF0047A25}" srcOrd="0" destOrd="0" presId="urn:microsoft.com/office/officeart/2018/2/layout/IconVerticalSolidList"/>
    <dgm:cxn modelId="{D386B41C-1FC7-473C-89F0-D65922FFD07C}" srcId="{38AADBB7-DB6F-4319-8A00-B27BCA2C0373}" destId="{79674200-3F76-4273-9A4B-DA8D9FBDBBB7}" srcOrd="0" destOrd="0" parTransId="{43C08E5F-3E2B-4A09-AE74-1F033B2D65CC}" sibTransId="{9F5D8390-9D2E-4C0E-BFEB-48A33E6157E1}"/>
    <dgm:cxn modelId="{71078EA3-2F51-4D8C-85C3-BF931F2FCA08}" srcId="{38AADBB7-DB6F-4319-8A00-B27BCA2C0373}" destId="{FEBE7D7B-812D-4123-8521-BE7329880D39}" srcOrd="2" destOrd="0" parTransId="{821A05BB-A993-4349-AA5A-F4190D42BDE5}" sibTransId="{AA33334E-BA9A-4C07-B304-A9EF2A025D35}"/>
    <dgm:cxn modelId="{2A1D0EBD-29C6-4422-B77D-3D05B9A42C75}" type="presOf" srcId="{79674200-3F76-4273-9A4B-DA8D9FBDBBB7}" destId="{DE1F1E85-029B-4D16-8F3A-B9FED72189A0}" srcOrd="0" destOrd="0" presId="urn:microsoft.com/office/officeart/2018/2/layout/IconVerticalSolidList"/>
    <dgm:cxn modelId="{CF08C4C3-E1B0-49A1-9FDD-E9823DC19B18}" type="presOf" srcId="{E3D55E0F-3E18-4E3A-B345-3DF792DDC6AD}" destId="{3E9663B5-1A79-4B4C-94A3-57A49B50A270}" srcOrd="0" destOrd="0" presId="urn:microsoft.com/office/officeart/2018/2/layout/IconVerticalSolidList"/>
    <dgm:cxn modelId="{733930DC-2559-477C-9122-5B0845C3CB12}" type="presOf" srcId="{FEBE7D7B-812D-4123-8521-BE7329880D39}" destId="{6EFF8155-00E4-42E8-961E-65C9F450EBC3}" srcOrd="0" destOrd="0" presId="urn:microsoft.com/office/officeart/2018/2/layout/IconVerticalSolidList"/>
    <dgm:cxn modelId="{ECE36AB9-5C6C-4582-8D53-AD111C6B4BF8}" type="presParOf" srcId="{18623C86-2A1E-42B4-BB95-A80CF0047A25}" destId="{9CE7A54C-10AC-4B85-9F47-0618A45B4DB7}" srcOrd="0" destOrd="0" presId="urn:microsoft.com/office/officeart/2018/2/layout/IconVerticalSolidList"/>
    <dgm:cxn modelId="{50307BB9-79E6-4F14-AA8C-6E35EDB7AE6E}" type="presParOf" srcId="{9CE7A54C-10AC-4B85-9F47-0618A45B4DB7}" destId="{61E3F1AE-E18E-4F04-997A-45FEB27A091A}" srcOrd="0" destOrd="0" presId="urn:microsoft.com/office/officeart/2018/2/layout/IconVerticalSolidList"/>
    <dgm:cxn modelId="{27B0F268-F755-4BCA-B5C4-86F7B2B0E0F4}" type="presParOf" srcId="{9CE7A54C-10AC-4B85-9F47-0618A45B4DB7}" destId="{34D815E1-817B-4B7C-A6C6-0440CFC50920}" srcOrd="1" destOrd="0" presId="urn:microsoft.com/office/officeart/2018/2/layout/IconVerticalSolidList"/>
    <dgm:cxn modelId="{77E80501-8FE9-43D3-958C-81E169767121}" type="presParOf" srcId="{9CE7A54C-10AC-4B85-9F47-0618A45B4DB7}" destId="{59FC8104-103C-4ED4-AEB2-A1E452D0D50B}" srcOrd="2" destOrd="0" presId="urn:microsoft.com/office/officeart/2018/2/layout/IconVerticalSolidList"/>
    <dgm:cxn modelId="{7BB9ADBE-5185-4976-8470-BCA40474EF50}" type="presParOf" srcId="{9CE7A54C-10AC-4B85-9F47-0618A45B4DB7}" destId="{DE1F1E85-029B-4D16-8F3A-B9FED72189A0}" srcOrd="3" destOrd="0" presId="urn:microsoft.com/office/officeart/2018/2/layout/IconVerticalSolidList"/>
    <dgm:cxn modelId="{5409B4A2-DFC8-488A-A70B-ED2B6F9AF7AC}" type="presParOf" srcId="{18623C86-2A1E-42B4-BB95-A80CF0047A25}" destId="{D89B055E-2DB6-4940-9F22-E9779EBDBF32}" srcOrd="1" destOrd="0" presId="urn:microsoft.com/office/officeart/2018/2/layout/IconVerticalSolidList"/>
    <dgm:cxn modelId="{22131CBF-AD06-467D-8FEE-1C572F2BC2EF}" type="presParOf" srcId="{18623C86-2A1E-42B4-BB95-A80CF0047A25}" destId="{3E6F94DA-32DA-449A-A293-C28791CFC4A0}" srcOrd="2" destOrd="0" presId="urn:microsoft.com/office/officeart/2018/2/layout/IconVerticalSolidList"/>
    <dgm:cxn modelId="{35BB828F-4F16-48D3-A25A-9469DDC6AC3E}" type="presParOf" srcId="{3E6F94DA-32DA-449A-A293-C28791CFC4A0}" destId="{E66E992B-40F9-4367-96C6-23251D1A8CB2}" srcOrd="0" destOrd="0" presId="urn:microsoft.com/office/officeart/2018/2/layout/IconVerticalSolidList"/>
    <dgm:cxn modelId="{40127BB8-A9C9-4335-96FF-FEEC64B4C067}" type="presParOf" srcId="{3E6F94DA-32DA-449A-A293-C28791CFC4A0}" destId="{A5E5AC88-051E-4BEC-AD49-384C6BA93FBE}" srcOrd="1" destOrd="0" presId="urn:microsoft.com/office/officeart/2018/2/layout/IconVerticalSolidList"/>
    <dgm:cxn modelId="{A808310A-1425-45DE-9778-961B490C8E76}" type="presParOf" srcId="{3E6F94DA-32DA-449A-A293-C28791CFC4A0}" destId="{8D8CA09E-3EB6-40AF-AC1B-8C7ADB43257E}" srcOrd="2" destOrd="0" presId="urn:microsoft.com/office/officeart/2018/2/layout/IconVerticalSolidList"/>
    <dgm:cxn modelId="{8D6EAE58-B5EE-485C-B156-32810B01EA92}" type="presParOf" srcId="{3E6F94DA-32DA-449A-A293-C28791CFC4A0}" destId="{3E9663B5-1A79-4B4C-94A3-57A49B50A270}" srcOrd="3" destOrd="0" presId="urn:microsoft.com/office/officeart/2018/2/layout/IconVerticalSolidList"/>
    <dgm:cxn modelId="{2259FF92-AD98-42CB-BF0F-BC8C91215A8D}" type="presParOf" srcId="{18623C86-2A1E-42B4-BB95-A80CF0047A25}" destId="{098342DE-2869-46B1-A039-D7798D940E80}" srcOrd="3" destOrd="0" presId="urn:microsoft.com/office/officeart/2018/2/layout/IconVerticalSolidList"/>
    <dgm:cxn modelId="{2E072F3D-ECF0-4161-96A9-41CC212A4389}" type="presParOf" srcId="{18623C86-2A1E-42B4-BB95-A80CF0047A25}" destId="{93836A23-A50C-4B59-A098-DA040088EA73}" srcOrd="4" destOrd="0" presId="urn:microsoft.com/office/officeart/2018/2/layout/IconVerticalSolidList"/>
    <dgm:cxn modelId="{B7FE7FA2-5CA6-4CEE-8A59-29FA8DCD122E}" type="presParOf" srcId="{93836A23-A50C-4B59-A098-DA040088EA73}" destId="{3641E769-0F13-450F-AF30-26F8A797409A}" srcOrd="0" destOrd="0" presId="urn:microsoft.com/office/officeart/2018/2/layout/IconVerticalSolidList"/>
    <dgm:cxn modelId="{A6B3A664-F583-47B9-8729-07B26ED5B17B}" type="presParOf" srcId="{93836A23-A50C-4B59-A098-DA040088EA73}" destId="{4E30CBBC-5F43-4AE4-93DC-6BD61C57BE0E}" srcOrd="1" destOrd="0" presId="urn:microsoft.com/office/officeart/2018/2/layout/IconVerticalSolidList"/>
    <dgm:cxn modelId="{64F7B151-EF5C-48B8-9230-278B85ECCB37}" type="presParOf" srcId="{93836A23-A50C-4B59-A098-DA040088EA73}" destId="{9334F151-27AC-4908-ABFF-A1F50A3DC360}" srcOrd="2" destOrd="0" presId="urn:microsoft.com/office/officeart/2018/2/layout/IconVerticalSolidList"/>
    <dgm:cxn modelId="{1B17FA31-5D72-47C5-9B5C-A17BC7976ED7}" type="presParOf" srcId="{93836A23-A50C-4B59-A098-DA040088EA73}" destId="{6EFF8155-00E4-42E8-961E-65C9F450EB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FBBB0-A2EB-44A1-BEB2-D5F75858231A}">
      <dsp:nvSpPr>
        <dsp:cNvPr id="0" name=""/>
        <dsp:cNvSpPr/>
      </dsp:nvSpPr>
      <dsp:spPr>
        <a:xfrm>
          <a:off x="0" y="717"/>
          <a:ext cx="4726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9CA2B-5400-42F8-BDD5-F895C709EB39}">
      <dsp:nvSpPr>
        <dsp:cNvPr id="0" name=""/>
        <dsp:cNvSpPr/>
      </dsp:nvSpPr>
      <dsp:spPr>
        <a:xfrm>
          <a:off x="0" y="71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By :-</a:t>
          </a:r>
        </a:p>
      </dsp:txBody>
      <dsp:txXfrm>
        <a:off x="0" y="717"/>
        <a:ext cx="4726201" cy="1175474"/>
      </dsp:txXfrm>
    </dsp:sp>
    <dsp:sp modelId="{A783717A-DD43-4002-A85D-C914AFA192DE}">
      <dsp:nvSpPr>
        <dsp:cNvPr id="0" name=""/>
        <dsp:cNvSpPr/>
      </dsp:nvSpPr>
      <dsp:spPr>
        <a:xfrm>
          <a:off x="0" y="1176192"/>
          <a:ext cx="4726201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1D4CC-0B5E-42B3-8693-570AF19DB6EA}">
      <dsp:nvSpPr>
        <dsp:cNvPr id="0" name=""/>
        <dsp:cNvSpPr/>
      </dsp:nvSpPr>
      <dsp:spPr>
        <a:xfrm>
          <a:off x="0" y="1176192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Gurkirat Singh Toor</a:t>
          </a:r>
        </a:p>
      </dsp:txBody>
      <dsp:txXfrm>
        <a:off x="0" y="1176192"/>
        <a:ext cx="4726201" cy="1175474"/>
      </dsp:txXfrm>
    </dsp:sp>
    <dsp:sp modelId="{832F89A7-D2BA-43A5-B8DA-3ADBEAAC7118}">
      <dsp:nvSpPr>
        <dsp:cNvPr id="0" name=""/>
        <dsp:cNvSpPr/>
      </dsp:nvSpPr>
      <dsp:spPr>
        <a:xfrm>
          <a:off x="0" y="2351667"/>
          <a:ext cx="4726201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5C0C9-CDD8-44FC-8292-31305B30266D}">
      <dsp:nvSpPr>
        <dsp:cNvPr id="0" name=""/>
        <dsp:cNvSpPr/>
      </dsp:nvSpPr>
      <dsp:spPr>
        <a:xfrm>
          <a:off x="0" y="2351667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Jaskaran Singh</a:t>
          </a:r>
        </a:p>
      </dsp:txBody>
      <dsp:txXfrm>
        <a:off x="0" y="2351667"/>
        <a:ext cx="4726201" cy="1175474"/>
      </dsp:txXfrm>
    </dsp:sp>
    <dsp:sp modelId="{9FC72EB1-D311-4711-89B2-B748927E44F7}">
      <dsp:nvSpPr>
        <dsp:cNvPr id="0" name=""/>
        <dsp:cNvSpPr/>
      </dsp:nvSpPr>
      <dsp:spPr>
        <a:xfrm>
          <a:off x="0" y="3527141"/>
          <a:ext cx="4726201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9372E-D90B-4330-A0DA-5C5CDCA18AEF}">
      <dsp:nvSpPr>
        <dsp:cNvPr id="0" name=""/>
        <dsp:cNvSpPr/>
      </dsp:nvSpPr>
      <dsp:spPr>
        <a:xfrm>
          <a:off x="0" y="3527141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Paras Dupar</a:t>
          </a:r>
        </a:p>
      </dsp:txBody>
      <dsp:txXfrm>
        <a:off x="0" y="3527141"/>
        <a:ext cx="4726201" cy="1175474"/>
      </dsp:txXfrm>
    </dsp:sp>
    <dsp:sp modelId="{70749CF3-AFFA-4733-B612-71715845FC9F}">
      <dsp:nvSpPr>
        <dsp:cNvPr id="0" name=""/>
        <dsp:cNvSpPr/>
      </dsp:nvSpPr>
      <dsp:spPr>
        <a:xfrm>
          <a:off x="0" y="4702616"/>
          <a:ext cx="472620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AB1B7-2E79-4F92-8441-EC52A86441FE}">
      <dsp:nvSpPr>
        <dsp:cNvPr id="0" name=""/>
        <dsp:cNvSpPr/>
      </dsp:nvSpPr>
      <dsp:spPr>
        <a:xfrm>
          <a:off x="0" y="4702616"/>
          <a:ext cx="4726201" cy="1175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Nitin Rana  </a:t>
          </a:r>
        </a:p>
      </dsp:txBody>
      <dsp:txXfrm>
        <a:off x="0" y="4702616"/>
        <a:ext cx="4726201" cy="1175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F8BBF-148B-4764-968D-2D4CBCDCB82A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A90B6-B526-4E2A-8A54-C1524854090B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Flight price prediction helps forecast ticket fares based on factors like airline, departure time, duration, and demand trends.</a:t>
          </a:r>
        </a:p>
      </dsp:txBody>
      <dsp:txXfrm>
        <a:off x="433546" y="784100"/>
        <a:ext cx="3211056" cy="1993740"/>
      </dsp:txXfrm>
    </dsp:sp>
    <dsp:sp modelId="{A3B84E31-4CDC-4431-B543-71133BA01DDF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4A832-1C52-4614-8122-4F8E5D5B1B0E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Using ML models, we can estimate future flight prices to optimize booking decisions.</a:t>
          </a:r>
        </a:p>
      </dsp:txBody>
      <dsp:txXfrm>
        <a:off x="4509795" y="784100"/>
        <a:ext cx="3211056" cy="1993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7D9CA-09D2-43F2-B733-51E6B318C857}">
      <dsp:nvSpPr>
        <dsp:cNvPr id="0" name=""/>
        <dsp:cNvSpPr/>
      </dsp:nvSpPr>
      <dsp:spPr>
        <a:xfrm>
          <a:off x="478664" y="322450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5CFF9-E3D1-4F50-9CD9-78F0D2D41784}">
      <dsp:nvSpPr>
        <dsp:cNvPr id="0" name=""/>
        <dsp:cNvSpPr/>
      </dsp:nvSpPr>
      <dsp:spPr>
        <a:xfrm>
          <a:off x="778477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F8A6E-1AA4-4E1A-B43F-AAEF39D41790}">
      <dsp:nvSpPr>
        <dsp:cNvPr id="0" name=""/>
        <dsp:cNvSpPr/>
      </dsp:nvSpPr>
      <dsp:spPr>
        <a:xfrm>
          <a:off x="28946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To predict flight ticket prices accurately.</a:t>
          </a:r>
        </a:p>
      </dsp:txBody>
      <dsp:txXfrm>
        <a:off x="28946" y="2167451"/>
        <a:ext cx="2306250" cy="720000"/>
      </dsp:txXfrm>
    </dsp:sp>
    <dsp:sp modelId="{9ABAC0C6-9A16-4C10-8942-32172D256C77}">
      <dsp:nvSpPr>
        <dsp:cNvPr id="0" name=""/>
        <dsp:cNvSpPr/>
      </dsp:nvSpPr>
      <dsp:spPr>
        <a:xfrm>
          <a:off x="3188508" y="322450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3226A-DDF7-4061-8229-4EFC9BF9451B}">
      <dsp:nvSpPr>
        <dsp:cNvPr id="0" name=""/>
        <dsp:cNvSpPr/>
      </dsp:nvSpPr>
      <dsp:spPr>
        <a:xfrm>
          <a:off x="3488321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DAEE0-91B4-4F06-9596-35CE4217C8D0}">
      <dsp:nvSpPr>
        <dsp:cNvPr id="0" name=""/>
        <dsp:cNvSpPr/>
      </dsp:nvSpPr>
      <dsp:spPr>
        <a:xfrm>
          <a:off x="2738790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To help users find the best time to book flights.</a:t>
          </a:r>
        </a:p>
      </dsp:txBody>
      <dsp:txXfrm>
        <a:off x="2738790" y="2167451"/>
        <a:ext cx="2306250" cy="720000"/>
      </dsp:txXfrm>
    </dsp:sp>
    <dsp:sp modelId="{D29A4971-01EE-46E3-A08D-B93FAF4B9353}">
      <dsp:nvSpPr>
        <dsp:cNvPr id="0" name=""/>
        <dsp:cNvSpPr/>
      </dsp:nvSpPr>
      <dsp:spPr>
        <a:xfrm>
          <a:off x="5898352" y="322450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431C0-E64C-430F-B3EF-ADA303477126}">
      <dsp:nvSpPr>
        <dsp:cNvPr id="0" name=""/>
        <dsp:cNvSpPr/>
      </dsp:nvSpPr>
      <dsp:spPr>
        <a:xfrm>
          <a:off x="6198164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4043F-D850-4AC3-B019-DBA9919365E6}">
      <dsp:nvSpPr>
        <dsp:cNvPr id="0" name=""/>
        <dsp:cNvSpPr/>
      </dsp:nvSpPr>
      <dsp:spPr>
        <a:xfrm>
          <a:off x="5448633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To assist airlines in setting dynamic and competitive prices.</a:t>
          </a:r>
        </a:p>
      </dsp:txBody>
      <dsp:txXfrm>
        <a:off x="5448633" y="2167451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C3828-4E5A-4D4C-A7FC-6141F0AE311A}">
      <dsp:nvSpPr>
        <dsp:cNvPr id="0" name=""/>
        <dsp:cNvSpPr/>
      </dsp:nvSpPr>
      <dsp:spPr>
        <a:xfrm>
          <a:off x="1904594" y="-25787"/>
          <a:ext cx="4077510" cy="4077510"/>
        </a:xfrm>
        <a:prstGeom prst="circularArrow">
          <a:avLst>
            <a:gd name="adj1" fmla="val 5544"/>
            <a:gd name="adj2" fmla="val 330680"/>
            <a:gd name="adj3" fmla="val 14503569"/>
            <a:gd name="adj4" fmla="val 16957217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3168E9-41B3-4877-95AA-F4486F54120F}">
      <dsp:nvSpPr>
        <dsp:cNvPr id="0" name=""/>
        <dsp:cNvSpPr/>
      </dsp:nvSpPr>
      <dsp:spPr>
        <a:xfrm>
          <a:off x="3303133" y="1617"/>
          <a:ext cx="1280433" cy="6402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Dataset contains details such as:</a:t>
          </a:r>
        </a:p>
      </dsp:txBody>
      <dsp:txXfrm>
        <a:off x="3334386" y="32870"/>
        <a:ext cx="1217927" cy="577710"/>
      </dsp:txXfrm>
    </dsp:sp>
    <dsp:sp modelId="{84FA631E-76B9-49A6-8470-AB99ACE4166A}">
      <dsp:nvSpPr>
        <dsp:cNvPr id="0" name=""/>
        <dsp:cNvSpPr/>
      </dsp:nvSpPr>
      <dsp:spPr>
        <a:xfrm>
          <a:off x="4662590" y="656297"/>
          <a:ext cx="1280433" cy="640216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Airline</a:t>
          </a:r>
        </a:p>
      </dsp:txBody>
      <dsp:txXfrm>
        <a:off x="4693843" y="687550"/>
        <a:ext cx="1217927" cy="577710"/>
      </dsp:txXfrm>
    </dsp:sp>
    <dsp:sp modelId="{0276846D-EC7C-4753-81F4-15B5EFD21E67}">
      <dsp:nvSpPr>
        <dsp:cNvPr id="0" name=""/>
        <dsp:cNvSpPr/>
      </dsp:nvSpPr>
      <dsp:spPr>
        <a:xfrm>
          <a:off x="4998348" y="2127349"/>
          <a:ext cx="1280433" cy="640216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Source and Destination</a:t>
          </a:r>
        </a:p>
      </dsp:txBody>
      <dsp:txXfrm>
        <a:off x="5029601" y="2158602"/>
        <a:ext cx="1217927" cy="577710"/>
      </dsp:txXfrm>
    </dsp:sp>
    <dsp:sp modelId="{C18A094E-2BEE-4B5C-8E1B-4291B43377C6}">
      <dsp:nvSpPr>
        <dsp:cNvPr id="0" name=""/>
        <dsp:cNvSpPr/>
      </dsp:nvSpPr>
      <dsp:spPr>
        <a:xfrm>
          <a:off x="4057574" y="3307042"/>
          <a:ext cx="1280433" cy="640216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Date of Journey</a:t>
          </a:r>
        </a:p>
      </dsp:txBody>
      <dsp:txXfrm>
        <a:off x="4088827" y="3338295"/>
        <a:ext cx="1217927" cy="577710"/>
      </dsp:txXfrm>
    </dsp:sp>
    <dsp:sp modelId="{3400A4B2-63F6-42E2-AEA2-55E239315D19}">
      <dsp:nvSpPr>
        <dsp:cNvPr id="0" name=""/>
        <dsp:cNvSpPr/>
      </dsp:nvSpPr>
      <dsp:spPr>
        <a:xfrm>
          <a:off x="2548691" y="3307042"/>
          <a:ext cx="1280433" cy="640216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Duration</a:t>
          </a:r>
        </a:p>
      </dsp:txBody>
      <dsp:txXfrm>
        <a:off x="2579944" y="3338295"/>
        <a:ext cx="1217927" cy="577710"/>
      </dsp:txXfrm>
    </dsp:sp>
    <dsp:sp modelId="{C57D611A-2C87-44CC-9685-7C4389FCEDF9}">
      <dsp:nvSpPr>
        <dsp:cNvPr id="0" name=""/>
        <dsp:cNvSpPr/>
      </dsp:nvSpPr>
      <dsp:spPr>
        <a:xfrm>
          <a:off x="1607918" y="2127349"/>
          <a:ext cx="1280433" cy="640216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Total Stops</a:t>
          </a:r>
        </a:p>
      </dsp:txBody>
      <dsp:txXfrm>
        <a:off x="1639171" y="2158602"/>
        <a:ext cx="1217927" cy="577710"/>
      </dsp:txXfrm>
    </dsp:sp>
    <dsp:sp modelId="{C7D79386-4092-418E-92D5-A55031EFF9F7}">
      <dsp:nvSpPr>
        <dsp:cNvPr id="0" name=""/>
        <dsp:cNvSpPr/>
      </dsp:nvSpPr>
      <dsp:spPr>
        <a:xfrm>
          <a:off x="1943676" y="656297"/>
          <a:ext cx="1280433" cy="64021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Price (Target variable)</a:t>
          </a:r>
        </a:p>
      </dsp:txBody>
      <dsp:txXfrm>
        <a:off x="1974929" y="687550"/>
        <a:ext cx="1217927" cy="5777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40428-A1AB-47BC-866F-1394A692D167}">
      <dsp:nvSpPr>
        <dsp:cNvPr id="0" name=""/>
        <dsp:cNvSpPr/>
      </dsp:nvSpPr>
      <dsp:spPr>
        <a:xfrm>
          <a:off x="379454" y="922908"/>
          <a:ext cx="613828" cy="6138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91C0D-2569-4D90-91D8-F22B0EC40399}">
      <dsp:nvSpPr>
        <dsp:cNvPr id="0" name=""/>
        <dsp:cNvSpPr/>
      </dsp:nvSpPr>
      <dsp:spPr>
        <a:xfrm>
          <a:off x="4336" y="174136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Libraries Used:</a:t>
          </a:r>
        </a:p>
      </dsp:txBody>
      <dsp:txXfrm>
        <a:off x="4336" y="1741368"/>
        <a:ext cx="1364062" cy="545625"/>
      </dsp:txXfrm>
    </dsp:sp>
    <dsp:sp modelId="{B937E537-5220-451E-9AB4-FE212C6D424F}">
      <dsp:nvSpPr>
        <dsp:cNvPr id="0" name=""/>
        <dsp:cNvSpPr/>
      </dsp:nvSpPr>
      <dsp:spPr>
        <a:xfrm>
          <a:off x="1982227" y="922908"/>
          <a:ext cx="613828" cy="6138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051D3-C15E-468D-A65D-0250FBAE725B}">
      <dsp:nvSpPr>
        <dsp:cNvPr id="0" name=""/>
        <dsp:cNvSpPr/>
      </dsp:nvSpPr>
      <dsp:spPr>
        <a:xfrm>
          <a:off x="1607110" y="174136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Pandas – Data handling</a:t>
          </a:r>
        </a:p>
      </dsp:txBody>
      <dsp:txXfrm>
        <a:off x="1607110" y="1741368"/>
        <a:ext cx="1364062" cy="545625"/>
      </dsp:txXfrm>
    </dsp:sp>
    <dsp:sp modelId="{119EE960-2B59-4822-BBAF-68328D0442F1}">
      <dsp:nvSpPr>
        <dsp:cNvPr id="0" name=""/>
        <dsp:cNvSpPr/>
      </dsp:nvSpPr>
      <dsp:spPr>
        <a:xfrm>
          <a:off x="3585000" y="922908"/>
          <a:ext cx="613828" cy="6138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C73A7-A6B0-42E5-840D-D4C861A4FAA9}">
      <dsp:nvSpPr>
        <dsp:cNvPr id="0" name=""/>
        <dsp:cNvSpPr/>
      </dsp:nvSpPr>
      <dsp:spPr>
        <a:xfrm>
          <a:off x="3209883" y="174136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NumPy – Numerical operations</a:t>
          </a:r>
        </a:p>
      </dsp:txBody>
      <dsp:txXfrm>
        <a:off x="3209883" y="1741368"/>
        <a:ext cx="1364062" cy="545625"/>
      </dsp:txXfrm>
    </dsp:sp>
    <dsp:sp modelId="{C59FC274-11C2-47CD-A9BA-D3FFC0E500E7}">
      <dsp:nvSpPr>
        <dsp:cNvPr id="0" name=""/>
        <dsp:cNvSpPr/>
      </dsp:nvSpPr>
      <dsp:spPr>
        <a:xfrm>
          <a:off x="5187774" y="922908"/>
          <a:ext cx="613828" cy="6138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5740C-CF20-49D2-8B40-5B6F6AF2FAF0}">
      <dsp:nvSpPr>
        <dsp:cNvPr id="0" name=""/>
        <dsp:cNvSpPr/>
      </dsp:nvSpPr>
      <dsp:spPr>
        <a:xfrm>
          <a:off x="4812657" y="174136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Matplotlib &amp; Seaborn – Data visualization</a:t>
          </a:r>
        </a:p>
      </dsp:txBody>
      <dsp:txXfrm>
        <a:off x="4812657" y="1741368"/>
        <a:ext cx="1364062" cy="545625"/>
      </dsp:txXfrm>
    </dsp:sp>
    <dsp:sp modelId="{A44F50A0-FA46-487C-A523-B6CE65446020}">
      <dsp:nvSpPr>
        <dsp:cNvPr id="0" name=""/>
        <dsp:cNvSpPr/>
      </dsp:nvSpPr>
      <dsp:spPr>
        <a:xfrm>
          <a:off x="6790547" y="922908"/>
          <a:ext cx="613828" cy="6138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5E3C5-F9C1-42C8-9B81-8D4C890F9208}">
      <dsp:nvSpPr>
        <dsp:cNvPr id="0" name=""/>
        <dsp:cNvSpPr/>
      </dsp:nvSpPr>
      <dsp:spPr>
        <a:xfrm>
          <a:off x="6415430" y="1741368"/>
          <a:ext cx="1364062" cy="54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Scikit-learn – Machine learning models</a:t>
          </a:r>
        </a:p>
      </dsp:txBody>
      <dsp:txXfrm>
        <a:off x="6415430" y="1741368"/>
        <a:ext cx="1364062" cy="5456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1D89F-80A7-460C-BF04-6117851B9B56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A983C3-975F-44CE-8442-252A374EAA63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993E7-0158-4A77-B501-11D5A104C6A0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Understand data distribution and structure</a:t>
          </a:r>
        </a:p>
      </dsp:txBody>
      <dsp:txXfrm>
        <a:off x="1939533" y="717"/>
        <a:ext cx="2786667" cy="1679249"/>
      </dsp:txXfrm>
    </dsp:sp>
    <dsp:sp modelId="{B036A362-81B0-499D-8A91-BD4DA42EA0E8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C47F0-DAED-4E4E-8D78-78CB5C037C4E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7E913-5493-4050-BBD2-CAAE44A00B1B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Visualize correlations and trends</a:t>
          </a:r>
        </a:p>
      </dsp:txBody>
      <dsp:txXfrm>
        <a:off x="1939533" y="2099779"/>
        <a:ext cx="2786667" cy="1679249"/>
      </dsp:txXfrm>
    </dsp:sp>
    <dsp:sp modelId="{B50AF7A2-DB20-432A-A9DE-0B4E5A9C376C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F43E9-C187-4EB4-BC24-7B77A905E52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5F4EC-D8CE-450A-A40A-FFD9A8D819C8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Handle outliers and missing values</a:t>
          </a:r>
        </a:p>
      </dsp:txBody>
      <dsp:txXfrm>
        <a:off x="1939533" y="4198841"/>
        <a:ext cx="2786667" cy="16792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52FC5-4667-48DA-960C-39F851DD4DE9}">
      <dsp:nvSpPr>
        <dsp:cNvPr id="0" name=""/>
        <dsp:cNvSpPr/>
      </dsp:nvSpPr>
      <dsp:spPr>
        <a:xfrm>
          <a:off x="0" y="641370"/>
          <a:ext cx="5175384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Remove null or duplicate values</a:t>
          </a:r>
        </a:p>
      </dsp:txBody>
      <dsp:txXfrm>
        <a:off x="66025" y="707395"/>
        <a:ext cx="5043334" cy="1220470"/>
      </dsp:txXfrm>
    </dsp:sp>
    <dsp:sp modelId="{66F30ED6-76F9-4A46-B0F5-7178E857F19E}">
      <dsp:nvSpPr>
        <dsp:cNvPr id="0" name=""/>
        <dsp:cNvSpPr/>
      </dsp:nvSpPr>
      <dsp:spPr>
        <a:xfrm>
          <a:off x="0" y="2091810"/>
          <a:ext cx="5175384" cy="1352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Format date and time columns</a:t>
          </a:r>
        </a:p>
      </dsp:txBody>
      <dsp:txXfrm>
        <a:off x="66025" y="2157835"/>
        <a:ext cx="5043334" cy="1220470"/>
      </dsp:txXfrm>
    </dsp:sp>
    <dsp:sp modelId="{AC161233-E298-4A3A-A683-6AAA7DC80F6C}">
      <dsp:nvSpPr>
        <dsp:cNvPr id="0" name=""/>
        <dsp:cNvSpPr/>
      </dsp:nvSpPr>
      <dsp:spPr>
        <a:xfrm>
          <a:off x="0" y="3542250"/>
          <a:ext cx="5175384" cy="1352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Extract features like hour, day, month from date</a:t>
          </a:r>
        </a:p>
      </dsp:txBody>
      <dsp:txXfrm>
        <a:off x="66025" y="3608275"/>
        <a:ext cx="5043334" cy="12204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81FEF-2FF4-4C30-A627-6DC1635B51F3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Convert categorical data into numeric using OneHotEncoding</a:t>
          </a:r>
        </a:p>
      </dsp:txBody>
      <dsp:txXfrm>
        <a:off x="85900" y="122290"/>
        <a:ext cx="5003584" cy="1587880"/>
      </dsp:txXfrm>
    </dsp:sp>
    <dsp:sp modelId="{585A89D0-7CDC-4304-9B6B-86A3D686B30C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Create new features like ‘Journey Day’ or ‘Airline Type’</a:t>
          </a:r>
        </a:p>
      </dsp:txBody>
      <dsp:txXfrm>
        <a:off x="85900" y="1974130"/>
        <a:ext cx="5003584" cy="1587880"/>
      </dsp:txXfrm>
    </dsp:sp>
    <dsp:sp modelId="{E379505C-FA69-4628-98F2-75F799F80034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Scale data if required</a:t>
          </a:r>
        </a:p>
      </dsp:txBody>
      <dsp:txXfrm>
        <a:off x="85900" y="3825970"/>
        <a:ext cx="5003584" cy="15878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F76A2-6695-4CEA-9B2D-9B410218282E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F0861-F0C3-47DC-BF30-E0C856E2D527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Dataset divided into training and testing sets (e.g., 80%-20%)</a:t>
          </a:r>
        </a:p>
      </dsp:txBody>
      <dsp:txXfrm>
        <a:off x="433546" y="784100"/>
        <a:ext cx="3211056" cy="1993740"/>
      </dsp:txXfrm>
    </dsp:sp>
    <dsp:sp modelId="{8599A90E-1B5B-447C-BB46-11B344EA9D59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217CC-2060-4C79-BCF0-2D7C7AEEE975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Ensures fair model evaluation</a:t>
          </a:r>
        </a:p>
      </dsp:txBody>
      <dsp:txXfrm>
        <a:off x="4509795" y="784100"/>
        <a:ext cx="3211056" cy="19937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BAAF0-B3D8-4ABD-9D8D-6BB37652E87A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6F46D-C5F0-4B61-B462-B3BC42308EF5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B6448-0129-4858-A171-F4372C354685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supervised learning algorithm that fits a straight line between features and price.</a:t>
          </a:r>
        </a:p>
      </dsp:txBody>
      <dsp:txXfrm>
        <a:off x="1509882" y="708097"/>
        <a:ext cx="6376817" cy="1307257"/>
      </dsp:txXfrm>
    </dsp:sp>
    <dsp:sp modelId="{AFBC8C39-E231-492F-9D2F-52269BD5682E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74C37-796A-4600-B4CB-2743BE15F224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9C0A3-A63A-4A98-BF71-B552AE92AEFC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Helps identify how each variable (like airline or duration) affects price.</a:t>
          </a:r>
        </a:p>
      </dsp:txBody>
      <dsp:txXfrm>
        <a:off x="1509882" y="2342169"/>
        <a:ext cx="6376817" cy="13072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B1AEF-0BCE-48D1-9337-C115EDB19152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An ensemble method combining multiple decision trees.</a:t>
          </a:r>
        </a:p>
      </dsp:txBody>
      <dsp:txXfrm>
        <a:off x="429570" y="472"/>
        <a:ext cx="3346456" cy="2007873"/>
      </dsp:txXfrm>
    </dsp:sp>
    <dsp:sp modelId="{79D216DF-ECB1-4B6E-B343-7EB2D140A62E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Gives robust predictions and reduces overfitting.</a:t>
          </a:r>
        </a:p>
      </dsp:txBody>
      <dsp:txXfrm>
        <a:off x="4110672" y="472"/>
        <a:ext cx="3346456" cy="2007873"/>
      </dsp:txXfrm>
    </dsp:sp>
    <dsp:sp modelId="{9E2BEE2C-914F-4287-9ADE-9CA41F3E253A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Performs well on nonlinear relationships.</a:t>
          </a:r>
        </a:p>
      </dsp:txBody>
      <dsp:txXfrm>
        <a:off x="2270121" y="2342991"/>
        <a:ext cx="3346456" cy="200787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E1856-3E21-452C-AECA-2517B7E1A50E}">
      <dsp:nvSpPr>
        <dsp:cNvPr id="0" name=""/>
        <dsp:cNvSpPr/>
      </dsp:nvSpPr>
      <dsp:spPr>
        <a:xfrm>
          <a:off x="2679674" y="757182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Metrics Used:</a:t>
          </a:r>
        </a:p>
      </dsp:txBody>
      <dsp:txXfrm>
        <a:off x="2679674" y="757182"/>
        <a:ext cx="1044896" cy="1044896"/>
      </dsp:txXfrm>
    </dsp:sp>
    <dsp:sp modelId="{F45FC5DA-0B3D-4995-8D76-DFF200D342D1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A8AC5-DC15-40CA-8064-104ED4F1000C}">
      <dsp:nvSpPr>
        <dsp:cNvPr id="0" name=""/>
        <dsp:cNvSpPr/>
      </dsp:nvSpPr>
      <dsp:spPr>
        <a:xfrm>
          <a:off x="3311891" y="2702947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Mean Absolute Error (MAE)</a:t>
          </a:r>
        </a:p>
      </dsp:txBody>
      <dsp:txXfrm>
        <a:off x="3311891" y="2702947"/>
        <a:ext cx="1044896" cy="1044896"/>
      </dsp:txXfrm>
    </dsp:sp>
    <dsp:sp modelId="{2696067F-096B-4D97-B0A9-49E3106E83DE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08BB2-5A3D-4B75-8A8F-8A8BF1CA672C}">
      <dsp:nvSpPr>
        <dsp:cNvPr id="0" name=""/>
        <dsp:cNvSpPr/>
      </dsp:nvSpPr>
      <dsp:spPr>
        <a:xfrm>
          <a:off x="1656724" y="3905496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Mean Squared Error (MSE)</a:t>
          </a:r>
        </a:p>
      </dsp:txBody>
      <dsp:txXfrm>
        <a:off x="1656724" y="3905496"/>
        <a:ext cx="1044896" cy="1044896"/>
      </dsp:txXfrm>
    </dsp:sp>
    <dsp:sp modelId="{C494EF76-C40C-4195-84BA-B8918742BA1B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A144F-4981-4CAF-96B0-45F1F0BBB7B1}">
      <dsp:nvSpPr>
        <dsp:cNvPr id="0" name=""/>
        <dsp:cNvSpPr/>
      </dsp:nvSpPr>
      <dsp:spPr>
        <a:xfrm>
          <a:off x="1557" y="2702947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R² Score</a:t>
          </a:r>
        </a:p>
      </dsp:txBody>
      <dsp:txXfrm>
        <a:off x="1557" y="2702947"/>
        <a:ext cx="1044896" cy="1044896"/>
      </dsp:txXfrm>
    </dsp:sp>
    <dsp:sp modelId="{2BCBECA6-4A10-4B4C-8730-7CF1B15264AD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DFA17-21EC-4664-B954-B26817347FD7}">
      <dsp:nvSpPr>
        <dsp:cNvPr id="0" name=""/>
        <dsp:cNvSpPr/>
      </dsp:nvSpPr>
      <dsp:spPr>
        <a:xfrm>
          <a:off x="633775" y="757182"/>
          <a:ext cx="1044896" cy="1044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Lower MAE and higher R² indicate better model performance.</a:t>
          </a:r>
        </a:p>
      </dsp:txBody>
      <dsp:txXfrm>
        <a:off x="633775" y="757182"/>
        <a:ext cx="1044896" cy="1044896"/>
      </dsp:txXfrm>
    </dsp:sp>
    <dsp:sp modelId="{44EE4CB7-067C-4C94-86CC-D5BABD65A62B}">
      <dsp:nvSpPr>
        <dsp:cNvPr id="0" name=""/>
        <dsp:cNvSpPr/>
      </dsp:nvSpPr>
      <dsp:spPr>
        <a:xfrm>
          <a:off x="218092" y="726519"/>
          <a:ext cx="3922160" cy="3922160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EB1F4-0FEB-49EA-BFE5-D51BA059A152}">
      <dsp:nvSpPr>
        <dsp:cNvPr id="0" name=""/>
        <dsp:cNvSpPr/>
      </dsp:nvSpPr>
      <dsp:spPr>
        <a:xfrm>
          <a:off x="0" y="41200"/>
          <a:ext cx="7783830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Price increases with longer duration and closer departure date.</a:t>
          </a:r>
        </a:p>
      </dsp:txBody>
      <dsp:txXfrm>
        <a:off x="48547" y="89747"/>
        <a:ext cx="7686736" cy="897406"/>
      </dsp:txXfrm>
    </dsp:sp>
    <dsp:sp modelId="{7D898783-7D06-4F48-BF62-5D524530CCBB}">
      <dsp:nvSpPr>
        <dsp:cNvPr id="0" name=""/>
        <dsp:cNvSpPr/>
      </dsp:nvSpPr>
      <dsp:spPr>
        <a:xfrm>
          <a:off x="0" y="1107701"/>
          <a:ext cx="7783830" cy="9945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Non-stop flights cost more than connecting ones.</a:t>
          </a:r>
        </a:p>
      </dsp:txBody>
      <dsp:txXfrm>
        <a:off x="48547" y="1156248"/>
        <a:ext cx="7686736" cy="897406"/>
      </dsp:txXfrm>
    </dsp:sp>
    <dsp:sp modelId="{8671256B-782B-4E15-BCBE-38A76D19272B}">
      <dsp:nvSpPr>
        <dsp:cNvPr id="0" name=""/>
        <dsp:cNvSpPr/>
      </dsp:nvSpPr>
      <dsp:spPr>
        <a:xfrm>
          <a:off x="0" y="2174201"/>
          <a:ext cx="7783830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Certain airlines show higher average fares.</a:t>
          </a:r>
        </a:p>
      </dsp:txBody>
      <dsp:txXfrm>
        <a:off x="48547" y="2222748"/>
        <a:ext cx="7686736" cy="89740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EC283-FFF8-4D7C-B986-085D5ADCF92B}">
      <dsp:nvSpPr>
        <dsp:cNvPr id="0" name=""/>
        <dsp:cNvSpPr/>
      </dsp:nvSpPr>
      <dsp:spPr>
        <a:xfrm>
          <a:off x="848329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365A4-07F0-4E2E-ABE5-83A764EBA08A}">
      <dsp:nvSpPr>
        <dsp:cNvPr id="0" name=""/>
        <dsp:cNvSpPr/>
      </dsp:nvSpPr>
      <dsp:spPr>
        <a:xfrm>
          <a:off x="250482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Linear Regression → Simpler but less accurate.</a:t>
          </a:r>
        </a:p>
      </dsp:txBody>
      <dsp:txXfrm>
        <a:off x="250482" y="1883998"/>
        <a:ext cx="2173989" cy="720000"/>
      </dsp:txXfrm>
    </dsp:sp>
    <dsp:sp modelId="{B70768F1-292F-45FF-ACEE-CC5F1867DDCC}">
      <dsp:nvSpPr>
        <dsp:cNvPr id="0" name=""/>
        <dsp:cNvSpPr/>
      </dsp:nvSpPr>
      <dsp:spPr>
        <a:xfrm>
          <a:off x="3402767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7AFE5-BFAE-4F56-A3CF-F7B67394EF3E}">
      <dsp:nvSpPr>
        <dsp:cNvPr id="0" name=""/>
        <dsp:cNvSpPr/>
      </dsp:nvSpPr>
      <dsp:spPr>
        <a:xfrm>
          <a:off x="2804920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 Forest → More accurate, handles complexity well.</a:t>
          </a:r>
        </a:p>
      </dsp:txBody>
      <dsp:txXfrm>
        <a:off x="2804920" y="1883998"/>
        <a:ext cx="2173989" cy="720000"/>
      </dsp:txXfrm>
    </dsp:sp>
    <dsp:sp modelId="{783508AE-8FBE-4654-8F0B-A11F92AA6FB0}">
      <dsp:nvSpPr>
        <dsp:cNvPr id="0" name=""/>
        <dsp:cNvSpPr/>
      </dsp:nvSpPr>
      <dsp:spPr>
        <a:xfrm>
          <a:off x="5957204" y="605903"/>
          <a:ext cx="978295" cy="9782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5A9E8-4455-463B-837A-F50B875E56DF}">
      <dsp:nvSpPr>
        <dsp:cNvPr id="0" name=""/>
        <dsp:cNvSpPr/>
      </dsp:nvSpPr>
      <dsp:spPr>
        <a:xfrm>
          <a:off x="5359357" y="1883998"/>
          <a:ext cx="21739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Hence, Random Forest chosen for final prediction.</a:t>
          </a:r>
        </a:p>
      </dsp:txBody>
      <dsp:txXfrm>
        <a:off x="5359357" y="1883998"/>
        <a:ext cx="2173989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79B54-CE66-4FE5-8E8E-A6559870AB27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Travelers to plan trips economically.</a:t>
          </a:r>
        </a:p>
      </dsp:txBody>
      <dsp:txXfrm>
        <a:off x="0" y="4105454"/>
        <a:ext cx="5000124" cy="1347501"/>
      </dsp:txXfrm>
    </dsp:sp>
    <dsp:sp modelId="{BC23E5A7-09DF-4444-8A5A-D1FB9275F1BE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Airlines for optimizing revenue.</a:t>
          </a:r>
        </a:p>
      </dsp:txBody>
      <dsp:txXfrm rot="10800000">
        <a:off x="0" y="2053209"/>
        <a:ext cx="5000124" cy="1346620"/>
      </dsp:txXfrm>
    </dsp:sp>
    <dsp:sp modelId="{1C848EFD-9C14-4956-B88C-89F9C7C66C0D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Online flight booking platforms for dynamic pricing.</a:t>
          </a:r>
        </a:p>
      </dsp:txBody>
      <dsp:txXfrm rot="10800000">
        <a:off x="0" y="964"/>
        <a:ext cx="5000124" cy="13466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E8FA91-4991-41E8-80E9-8FCBC3DCE2A6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A76FD-1BC0-4172-8BBA-C8AF4B5F0689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30A31-B34A-485D-BF47-672EAE121873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Include real-time price data.</a:t>
          </a:r>
        </a:p>
      </dsp:txBody>
      <dsp:txXfrm>
        <a:off x="1939533" y="717"/>
        <a:ext cx="2786667" cy="1679249"/>
      </dsp:txXfrm>
    </dsp:sp>
    <dsp:sp modelId="{012E0E9A-6C90-4F5C-BE14-EC12E92E95D2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CB6A38-8449-4867-A74E-65608313898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9370E-08FD-41D4-92FE-5CFA4B927AA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Use deep learning models (LSTM) for time-series forecasting.</a:t>
          </a:r>
        </a:p>
      </dsp:txBody>
      <dsp:txXfrm>
        <a:off x="1939533" y="2099779"/>
        <a:ext cx="2786667" cy="1679249"/>
      </dsp:txXfrm>
    </dsp:sp>
    <dsp:sp modelId="{51DE97D4-6D6A-400A-BB0E-A90936DA81ED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752C8-2720-4AB7-B24F-113E4FFA209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69ADA-D410-4518-977B-D0B5B444D0DC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Build a web or mobile app for public use.</a:t>
          </a:r>
        </a:p>
      </dsp:txBody>
      <dsp:txXfrm>
        <a:off x="1939533" y="4198841"/>
        <a:ext cx="2786667" cy="167924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3F1AE-E18E-4F04-997A-45FEB27A091A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D815E1-817B-4B7C-A6C6-0440CFC50920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F1E85-029B-4D16-8F3A-B9FED72189A0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Dataset: Kaggle Flight Price Prediction Dataset</a:t>
          </a:r>
        </a:p>
      </dsp:txBody>
      <dsp:txXfrm>
        <a:off x="1939533" y="717"/>
        <a:ext cx="2786667" cy="1679249"/>
      </dsp:txXfrm>
    </dsp:sp>
    <dsp:sp modelId="{E66E992B-40F9-4367-96C6-23251D1A8CB2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5AC88-051E-4BEC-AD49-384C6BA93FBE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663B5-1A79-4B4C-94A3-57A49B50A270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Libraries: Scikit-learn, Pandas, Matplotlib, Seaborn</a:t>
          </a:r>
        </a:p>
      </dsp:txBody>
      <dsp:txXfrm>
        <a:off x="1939533" y="2099779"/>
        <a:ext cx="2786667" cy="1679249"/>
      </dsp:txXfrm>
    </dsp:sp>
    <dsp:sp modelId="{3641E769-0F13-450F-AF30-26F8A797409A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0CBBC-5F43-4AE4-93DC-6BD61C57BE0E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F8155-00E4-42E8-961E-65C9F450EBC3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Concepts inspired by ML and EDA techniques.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822E4-56FB-C59C-CDEA-72129E483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18" y="1195697"/>
            <a:ext cx="3076035" cy="433875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Calibri"/>
                <a:cs typeface="Calibri"/>
              </a:rPr>
              <a:t>ARTIFICAL INTELLIGENCE </a:t>
            </a:r>
            <a:br>
              <a:rPr lang="en-US" sz="3600" b="1" dirty="0">
                <a:ea typeface="Calibri"/>
                <a:cs typeface="Calibri"/>
              </a:rPr>
            </a:br>
            <a:r>
              <a:rPr lang="en-US" sz="3600" b="1" dirty="0">
                <a:solidFill>
                  <a:schemeClr val="bg1"/>
                </a:solidFill>
                <a:ea typeface="Calibri"/>
                <a:cs typeface="Calibri"/>
              </a:rPr>
              <a:t>PRESENTATION :-</a:t>
            </a:r>
            <a:endParaRPr lang="en-US" sz="3600" b="1" dirty="0">
              <a:solidFill>
                <a:schemeClr val="bg1"/>
              </a:solidFill>
            </a:endParaRPr>
          </a:p>
        </p:txBody>
      </p:sp>
      <p:grpSp>
        <p:nvGrpSpPr>
          <p:cNvPr id="9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7" name="Oval 9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9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25B21ACB-9488-2643-9207-DA247FB36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724534"/>
              </p:ext>
            </p:extLst>
          </p:nvPr>
        </p:nvGraphicFramePr>
        <p:xfrm>
          <a:off x="4113104" y="319389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831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FLIGHT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endParaRPr lang="en-US" sz="170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  <a:p>
            <a:r>
              <a:rPr lang="en-US" b="1" dirty="0"/>
              <a:t>Predicting flight ticket prices using machine learning to help travelers and airlines make better pricing decisions</a:t>
            </a:r>
            <a:r>
              <a:rPr lang="en-US" sz="1700" dirty="0"/>
              <a:t>.</a:t>
            </a:r>
            <a:endParaRPr lang="en-US" sz="1700" dirty="0">
              <a:ea typeface="Calibri"/>
              <a:cs typeface="Calibri"/>
            </a:endParaRP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121967AA-AD50-0764-4D2E-EF73A048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5" r="3022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/>
              <a:t>INTRODUCTION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227520-7F4F-3F11-1132-731658275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354955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OBJECTIVE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58DF1C-917C-9CBD-A506-C7540143A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75106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b="1" dirty="0"/>
              <a:t>DATASET DESCRIPTION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1F65111-A3EF-B716-DAFD-BB56412C4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716725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/>
              <a:t>STEP 1: IMPORTING LIBRARIES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7076F6-6090-9A36-FC10-BB51D574A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141459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STEP 2: EXPLORATORY DATA ANALYSIS (EDA)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300FCE-3852-7100-EC9D-AE4A6F76EE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53422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 b="1" dirty="0"/>
              <a:t>STEP 3: DATA CLEANING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6097CD-16ED-BF88-821A-95D4E942C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79592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2900" b="1" dirty="0"/>
              <a:t>STEP 4: FEATURE ENGINEERING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9AAACA3-021C-D30E-88C2-F8A36F11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6381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/>
              <a:t>STEP 5: SPLITTING DATA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8AF0A3-2D76-9EEA-A933-539F1CE26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413425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LINEAR REGRESSION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09599E-8B78-3765-7692-FE7139ED0C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8646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59C42F3-E5C0-E489-EF8F-733D8FBEDE3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154" t="9091" r="26105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RANDOM FOREST REGRESSION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B2BE2-BA08-E56A-9B96-4070A2A1E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73445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MODEL EVALUATION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021CF1-48BC-0253-D63B-A05A5D80B8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286920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/>
              <a:t>VISUALIZATION INSIGHTS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D01A7D-DF36-F63D-C96A-10A81578A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296079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/>
              <a:t>COMPARISON OF MODELS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C8C8F6-8585-ABB5-A716-919180D40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70451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7DA5-1C07-7EBC-DC12-7CE4DB571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Average price by airline</a:t>
            </a:r>
            <a:r>
              <a:rPr lang="en-US" dirty="0">
                <a:ea typeface="Calibri"/>
                <a:cs typeface="Calibri"/>
              </a:rPr>
              <a:t> </a:t>
            </a:r>
            <a:endParaRPr lang="en-US" dirty="0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2FC837-0252-2605-3FD5-22C70F242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353" t="24554" r="17457" b="19406"/>
          <a:stretch>
            <a:fillRect/>
          </a:stretch>
        </p:blipFill>
        <p:spPr>
          <a:xfrm>
            <a:off x="244417" y="1715293"/>
            <a:ext cx="8442623" cy="487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0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7855-E32F-D649-3D8E-AFFBADB7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India route map</a:t>
            </a:r>
            <a:endParaRPr lang="en-US" b="1" dirty="0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C0CDE90-31B5-BF01-BB01-092319C98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807" t="24581" r="20820" b="13966"/>
          <a:stretch>
            <a:fillRect/>
          </a:stretch>
        </p:blipFill>
        <p:spPr>
          <a:xfrm>
            <a:off x="460076" y="1542765"/>
            <a:ext cx="8417430" cy="50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76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840" y="1712510"/>
            <a:ext cx="2782147" cy="2626397"/>
          </a:xfrm>
        </p:spPr>
        <p:txBody>
          <a:bodyPr anchor="b">
            <a:normAutofit/>
          </a:bodyPr>
          <a:lstStyle/>
          <a:p>
            <a:pPr algn="r"/>
            <a:r>
              <a:rPr lang="en-US" sz="3200" b="1" dirty="0">
                <a:solidFill>
                  <a:srgbClr val="FFFFFF"/>
                </a:solidFill>
              </a:rPr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272E70-5E9A-DA3D-A60B-E4423EF52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77118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FUTURE WORK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0D15AA-95A1-C346-DA96-8EEB11714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65462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2000" b="1" i="1" dirty="0"/>
              <a:t>Machine learning can accurately predict flight prices.</a:t>
            </a:r>
            <a:endParaRPr lang="en-US" sz="2000" b="1" i="1">
              <a:ea typeface="Calibri"/>
              <a:cs typeface="Calibri"/>
            </a:endParaRPr>
          </a:p>
          <a:p>
            <a:r>
              <a:rPr lang="en-US" sz="2000" b="1" i="1" dirty="0"/>
              <a:t>Helps both travelers and airlines make informed decisions.</a:t>
            </a:r>
            <a:endParaRPr lang="en-US" sz="2000" b="1" i="1">
              <a:ea typeface="Calibri"/>
              <a:cs typeface="Calibri"/>
            </a:endParaRPr>
          </a:p>
          <a:p>
            <a:r>
              <a:rPr lang="en-US" sz="2000" b="1" i="1" dirty="0"/>
              <a:t>Random Forest gives the best accuracy among tested models.</a:t>
            </a:r>
            <a:endParaRPr lang="en-US" sz="2400" b="1" i="1" dirty="0">
              <a:ea typeface="Calibri"/>
              <a:cs typeface="Calibri"/>
            </a:endParaRPr>
          </a:p>
        </p:txBody>
      </p:sp>
      <p:pic>
        <p:nvPicPr>
          <p:cNvPr id="5" name="Picture 4" descr="Plane in red circle">
            <a:extLst>
              <a:ext uri="{FF2B5EF4-FFF2-40B4-BE49-F238E27FC236}">
                <a16:creationId xmlns:a16="http://schemas.microsoft.com/office/drawing/2014/main" id="{B93DEA49-472F-D2A1-C27D-2C419560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5" r="3022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bg1"/>
                </a:solidFill>
              </a:rPr>
              <a:t>REFERENCES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4B2FCA-7E54-DE82-B722-72021DAE0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782181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212" y="1326724"/>
            <a:ext cx="3985902" cy="994172"/>
          </a:xfrm>
        </p:spPr>
        <p:txBody>
          <a:bodyPr>
            <a:noAutofit/>
          </a:bodyPr>
          <a:lstStyle/>
          <a:p>
            <a:r>
              <a:rPr sz="6000" b="1" i="1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12" y="2433494"/>
            <a:ext cx="3985907" cy="28814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i="1" dirty="0"/>
              <a:t>Questions?</a:t>
            </a:r>
          </a:p>
          <a:p>
            <a:endParaRPr lang="en-US" sz="1350"/>
          </a:p>
          <a:p>
            <a:endParaRPr lang="en-US" sz="1350">
              <a:ea typeface="Calibri"/>
              <a:cs typeface="Calibri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F985591D-C89E-4EBB-BFBE-F76FD931A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ARTIFICAL INTELLIGENCE  PRESENTATION :-</vt:lpstr>
      <vt:lpstr>FLIGHT PRICE PREDICTION</vt:lpstr>
      <vt:lpstr>INTRODUCTION</vt:lpstr>
      <vt:lpstr>OBJECTIVE</vt:lpstr>
      <vt:lpstr>DATASET DESCRIPTION</vt:lpstr>
      <vt:lpstr>STEP 1: IMPORTING LIBRARIES</vt:lpstr>
      <vt:lpstr>STEP 2: EXPLORATORY DATA ANALYSIS (EDA)</vt:lpstr>
      <vt:lpstr>STEP 3: DATA CLEANING</vt:lpstr>
      <vt:lpstr>STEP 4: FEATURE ENGINEERING</vt:lpstr>
      <vt:lpstr>STEP 5: SPLITTING DATA</vt:lpstr>
      <vt:lpstr>LINEAR REGRESSION</vt:lpstr>
      <vt:lpstr>RANDOM FOREST REGRESSION</vt:lpstr>
      <vt:lpstr>MODEL EVALUATION METRICS</vt:lpstr>
      <vt:lpstr>VISUALIZATION INSIGHTS</vt:lpstr>
      <vt:lpstr>COMPARISON OF MODELS</vt:lpstr>
      <vt:lpstr>Average price by airline </vt:lpstr>
      <vt:lpstr>India route map</vt:lpstr>
      <vt:lpstr>APPLICATIONS</vt:lpstr>
      <vt:lpstr>FUTURE WORK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98</cp:revision>
  <dcterms:created xsi:type="dcterms:W3CDTF">2013-01-27T09:14:16Z</dcterms:created>
  <dcterms:modified xsi:type="dcterms:W3CDTF">2025-11-10T18:02:09Z</dcterms:modified>
  <cp:category/>
</cp:coreProperties>
</file>